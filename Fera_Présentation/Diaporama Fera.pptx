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59" r:id="rId9"/>
    <p:sldId id="267" r:id="rId10"/>
    <p:sldId id="268" r:id="rId11"/>
    <p:sldId id="269" r:id="rId12"/>
    <p:sldId id="260" r:id="rId13"/>
    <p:sldId id="270" r:id="rId14"/>
    <p:sldId id="271" r:id="rId15"/>
    <p:sldId id="272" r:id="rId16"/>
    <p:sldId id="273" r:id="rId17"/>
    <p:sldId id="274" r:id="rId18"/>
    <p:sldId id="261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987" autoAdjust="0"/>
  </p:normalViewPr>
  <p:slideViewPr>
    <p:cSldViewPr snapToGrid="0">
      <p:cViewPr varScale="1">
        <p:scale>
          <a:sx n="77" d="100"/>
          <a:sy n="77" d="100"/>
        </p:scale>
        <p:origin x="100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920EA-9BC6-4130-861D-9C38F16AF96D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61EF1-D225-48D2-A6F1-B944C75F6B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85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298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4C9C-9A09-F44D-40D2-47B034A71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F570CE-188A-1AC4-B1B7-B6A228CC5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BE0DFE-2B7B-0DFC-27DF-042BE664C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06F3A6-264D-1886-FB59-2BD44EEAF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0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DD48F-8B98-D6CA-0328-77111019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E95401-02F4-9AA8-2ED5-BB5E702A3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29F5C6-7AD3-2B41-2AF0-88DF55DE0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CDDE0A-1CEF-F960-9B58-0DD0564D3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363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786D-BC96-FE83-053B-0FBF0554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E871D93-8FBE-C610-C3D1-6665305C3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1BEE1B-F3F1-E97E-B734-BA03E15DE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834DC4-63DC-2482-356A-3A81A6DEC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441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B1-115F-9A54-7B31-2D3C061D6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68B054-588E-B0AF-091F-0E5B249F1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B840A8-ECBF-770F-506C-A3508A06F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07C734-313F-0BA3-ACD5-5C1B2FB8B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881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B7DE-4952-6157-9821-CEE00CB1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A3D3116-E656-56D0-DB76-86083E19A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2262C5E-B0B8-EE2C-983A-3F3A37B75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A2A7F9-D484-C497-F5A3-ED02798B6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6954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B1C26-C7C4-B0A0-8906-5F5426FA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44634DC-0C16-350B-2CC4-B6FEB8984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AEB1675-7F69-CE3F-3A93-066360F80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2687893-F688-7432-B4A1-5B30B066B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4022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F093-5B7C-FF61-4D3E-8B641600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B9E5B2-9975-B4A1-320F-90312EF06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C7E20CB-0E4D-1000-F07D-363F60E74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29E6EF-D378-E43A-499B-5F656911F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1EF1-D225-48D2-A6F1-B944C75F6B77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929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sv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svg"/><Relationship Id="rId10" Type="http://schemas.openxmlformats.org/officeDocument/2006/relationships/image" Target="../media/image12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svg"/><Relationship Id="rId10" Type="http://schemas.openxmlformats.org/officeDocument/2006/relationships/image" Target="../media/image12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jp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12" Type="http://schemas.openxmlformats.org/officeDocument/2006/relationships/image" Target="../media/image1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jp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12" Type="http://schemas.openxmlformats.org/officeDocument/2006/relationships/image" Target="../media/image1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jp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12" Type="http://schemas.openxmlformats.org/officeDocument/2006/relationships/image" Target="../media/image1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jp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5.jp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5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5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5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5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19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5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19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5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5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8.png"/><Relationship Id="rId10" Type="http://schemas.openxmlformats.org/officeDocument/2006/relationships/image" Target="../media/image8.png"/><Relationship Id="rId19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5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7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9070D2D-A642-2437-90C0-D881907A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882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52F8DE68-5858-D907-E47D-713C2D3AAA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7" name="Cercle : creux 16">
            <a:extLst>
              <a:ext uri="{FF2B5EF4-FFF2-40B4-BE49-F238E27FC236}">
                <a16:creationId xmlns:a16="http://schemas.microsoft.com/office/drawing/2014/main" id="{5F34680B-F749-A037-41A8-8ED649F505A7}"/>
              </a:ext>
            </a:extLst>
          </p:cNvPr>
          <p:cNvSpPr/>
          <p:nvPr/>
        </p:nvSpPr>
        <p:spPr>
          <a:xfrm>
            <a:off x="-1985463" y="-4204504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8" name="Arc plein 17">
            <a:extLst>
              <a:ext uri="{FF2B5EF4-FFF2-40B4-BE49-F238E27FC236}">
                <a16:creationId xmlns:a16="http://schemas.microsoft.com/office/drawing/2014/main" id="{58C9FE3F-AB3A-6F59-188D-9A1A9BEEE40A}"/>
              </a:ext>
            </a:extLst>
          </p:cNvPr>
          <p:cNvSpPr/>
          <p:nvPr/>
        </p:nvSpPr>
        <p:spPr>
          <a:xfrm rot="13571482">
            <a:off x="-1985463" y="-4204504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9" name="Graphique 18" descr="Livres sur une étagère avec un remplissage uni">
            <a:extLst>
              <a:ext uri="{FF2B5EF4-FFF2-40B4-BE49-F238E27FC236}">
                <a16:creationId xmlns:a16="http://schemas.microsoft.com/office/drawing/2014/main" id="{223E74F6-F532-FADB-E9CD-3AB193076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84" y="-1360150"/>
            <a:ext cx="914400" cy="914400"/>
          </a:xfrm>
          <a:prstGeom prst="rect">
            <a:avLst/>
          </a:prstGeom>
        </p:spPr>
      </p:pic>
      <p:pic>
        <p:nvPicPr>
          <p:cNvPr id="20" name="Graphique 19" descr="Informatique hébergé avec un remplissage uni">
            <a:extLst>
              <a:ext uri="{FF2B5EF4-FFF2-40B4-BE49-F238E27FC236}">
                <a16:creationId xmlns:a16="http://schemas.microsoft.com/office/drawing/2014/main" id="{781F90E0-40DB-C587-BBA9-CC8D71970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2848" y="-2242595"/>
            <a:ext cx="914400" cy="914400"/>
          </a:xfrm>
          <a:prstGeom prst="rect">
            <a:avLst/>
          </a:prstGeom>
        </p:spPr>
      </p:pic>
      <p:pic>
        <p:nvPicPr>
          <p:cNvPr id="21" name="Graphique 20" descr="Ordinateur avec un remplissage uni">
            <a:extLst>
              <a:ext uri="{FF2B5EF4-FFF2-40B4-BE49-F238E27FC236}">
                <a16:creationId xmlns:a16="http://schemas.microsoft.com/office/drawing/2014/main" id="{C3EA2E19-DD89-9FD1-7A00-3BC9349EF3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128" y="-4086099"/>
            <a:ext cx="914400" cy="914400"/>
          </a:xfrm>
          <a:prstGeom prst="rect">
            <a:avLst/>
          </a:prstGeom>
        </p:spPr>
      </p:pic>
      <p:pic>
        <p:nvPicPr>
          <p:cNvPr id="22" name="Graphique 21" descr="Enveloppe avec un remplissage uni">
            <a:extLst>
              <a:ext uri="{FF2B5EF4-FFF2-40B4-BE49-F238E27FC236}">
                <a16:creationId xmlns:a16="http://schemas.microsoft.com/office/drawing/2014/main" id="{5DA4C6A9-D766-6340-1E7F-4EF13B06A8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0528" y="-33139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1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AC3A-2367-CA96-58B0-6A9ABF5C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E0D8910-6E8A-D713-82CF-85E4C6D51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37C1BC4A-D86F-9D82-09D7-EA864346D634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BFD21579-DE44-FC97-EAB1-E59F78B22D64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61C6385F-0730-1F0A-67E8-2917061AEAA3}"/>
              </a:ext>
            </a:extLst>
          </p:cNvPr>
          <p:cNvSpPr/>
          <p:nvPr/>
        </p:nvSpPr>
        <p:spPr>
          <a:xfrm rot="13571482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95D3AAAA-20A4-61C9-8C67-F6CFB4A2A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0356E844-7AC4-61F3-D23C-9EECC1B689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809EF83D-E364-EDF6-077E-6B01CFD4E0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ABCD4085-A407-FC46-D1A7-6F715E5124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2FE751B-AE42-F016-4689-B8940B7E9680}"/>
              </a:ext>
            </a:extLst>
          </p:cNvPr>
          <p:cNvSpPr txBox="1"/>
          <p:nvPr/>
        </p:nvSpPr>
        <p:spPr>
          <a:xfrm>
            <a:off x="2797996" y="-830997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</p:spTree>
    <p:extLst>
      <p:ext uri="{BB962C8B-B14F-4D97-AF65-F5344CB8AC3E}">
        <p14:creationId xmlns:p14="http://schemas.microsoft.com/office/powerpoint/2010/main" val="228848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D85DD-7FC9-B8EB-9905-6DFC6397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864CA9E3-2934-7922-7389-4A1D60FD7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F9B2A93-91F9-E2ED-09FE-377F6A7810E7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C821EA32-CB07-C9A8-85F0-AF727BEC7709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D15833EC-DA13-DA3F-C077-B2855BAF2534}"/>
              </a:ext>
            </a:extLst>
          </p:cNvPr>
          <p:cNvSpPr/>
          <p:nvPr/>
        </p:nvSpPr>
        <p:spPr>
          <a:xfrm rot="18650359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E006DB83-EEB3-3F6D-DF71-341F68EE9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CDEF4FBC-170F-7F3C-EE86-248680AFBB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A54F9A42-2FC2-CB60-ED3F-DEED9A7CC7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1D2BD955-EEB2-2537-9BBC-0BE723501B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CC6193C-2896-001D-9F09-74E27F07DA0D}"/>
              </a:ext>
            </a:extLst>
          </p:cNvPr>
          <p:cNvSpPr txBox="1"/>
          <p:nvPr/>
        </p:nvSpPr>
        <p:spPr>
          <a:xfrm>
            <a:off x="2366103" y="169147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4F3022-CD23-861D-162B-880ED59BF1C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456" b="5797"/>
          <a:stretch>
            <a:fillRect/>
          </a:stretch>
        </p:blipFill>
        <p:spPr>
          <a:xfrm>
            <a:off x="12192000" y="0"/>
            <a:ext cx="3290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02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AB43-9ABD-DA40-2B02-51C32ED71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0D8E779-0CC3-EDB1-A3FC-DCF9B078C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24F4F87C-5266-D703-1C9B-DD3142267941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8A1B771D-CD47-62A9-2233-59275FC475E8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F23C88B3-D53F-B5D1-D8FA-A212D4FB73F9}"/>
              </a:ext>
            </a:extLst>
          </p:cNvPr>
          <p:cNvSpPr/>
          <p:nvPr/>
        </p:nvSpPr>
        <p:spPr>
          <a:xfrm rot="18650359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0F10EE7E-C30F-83B1-4D66-3C8D80B44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161DC34E-E9AA-9C69-D46E-D64C1F6145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4992239F-790C-EF47-28B6-1A07B804A6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C8A54169-C939-317A-DAE7-25576C735A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4C52B31-014A-A94B-1499-7222E64586FF}"/>
              </a:ext>
            </a:extLst>
          </p:cNvPr>
          <p:cNvSpPr txBox="1"/>
          <p:nvPr/>
        </p:nvSpPr>
        <p:spPr>
          <a:xfrm>
            <a:off x="2366103" y="169147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47CB2E3-C9AB-5610-0767-0770C78B6FA0}"/>
              </a:ext>
            </a:extLst>
          </p:cNvPr>
          <p:cNvSpPr txBox="1"/>
          <p:nvPr/>
        </p:nvSpPr>
        <p:spPr>
          <a:xfrm>
            <a:off x="8870203" y="1585496"/>
            <a:ext cx="20409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Titre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910211-9419-B4DB-9EFA-109919C440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456" b="5797"/>
          <a:stretch>
            <a:fillRect/>
          </a:stretch>
        </p:blipFill>
        <p:spPr>
          <a:xfrm>
            <a:off x="8961317" y="0"/>
            <a:ext cx="3290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32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C6A1-DB66-60F2-FD30-9CD5203A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9D8E890-5669-ED9D-A63A-0DA7925C9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8578A9C5-1762-8A05-E2E2-864051DA9ECF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2FF74F08-9D84-008D-37A7-CF5C5F1CC503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C2AE1824-CCD4-6F9F-224D-6B25B4642A23}"/>
              </a:ext>
            </a:extLst>
          </p:cNvPr>
          <p:cNvSpPr/>
          <p:nvPr/>
        </p:nvSpPr>
        <p:spPr>
          <a:xfrm rot="18650359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9247D77E-69D7-23EE-FF09-8E283AB69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6A5D3A11-A132-BD71-22F4-21CDE0BDD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34900114-A03F-D872-ED33-D5D4FCB228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DF93CD11-24EA-F6C5-8ECB-E2686D5A16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941ABAE-9F13-FB62-6051-E7DBAC1955A1}"/>
              </a:ext>
            </a:extLst>
          </p:cNvPr>
          <p:cNvSpPr txBox="1"/>
          <p:nvPr/>
        </p:nvSpPr>
        <p:spPr>
          <a:xfrm>
            <a:off x="2366103" y="169147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F6B3AF2-4F7C-E0D3-B772-7DC63D310271}"/>
              </a:ext>
            </a:extLst>
          </p:cNvPr>
          <p:cNvSpPr txBox="1"/>
          <p:nvPr/>
        </p:nvSpPr>
        <p:spPr>
          <a:xfrm>
            <a:off x="2366103" y="1620924"/>
            <a:ext cx="20409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Titre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AEDDE2C-7A63-06AA-E370-A6F7E397A608}"/>
              </a:ext>
            </a:extLst>
          </p:cNvPr>
          <p:cNvSpPr txBox="1"/>
          <p:nvPr/>
        </p:nvSpPr>
        <p:spPr>
          <a:xfrm>
            <a:off x="8990005" y="2887367"/>
            <a:ext cx="65245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Bouton de connexion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C465F00-80D0-0B90-8753-084A2B42D325}"/>
              </a:ext>
            </a:extLst>
          </p:cNvPr>
          <p:cNvSpPr txBox="1"/>
          <p:nvPr/>
        </p:nvSpPr>
        <p:spPr>
          <a:xfrm>
            <a:off x="9100448" y="4045370"/>
            <a:ext cx="61831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Algerian" panose="04020705040A02060702" pitchFamily="82" charset="0"/>
              </a:rPr>
              <a:t>Bouton de création</a:t>
            </a:r>
          </a:p>
          <a:p>
            <a:r>
              <a:rPr lang="fr-FR" sz="4400" dirty="0">
                <a:latin typeface="Algerian" panose="04020705040A02060702" pitchFamily="82" charset="0"/>
              </a:rPr>
              <a:t>De compte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EBDD3B3-54BB-8F84-E023-A116ECD069F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456" b="5797"/>
          <a:stretch>
            <a:fillRect/>
          </a:stretch>
        </p:blipFill>
        <p:spPr>
          <a:xfrm>
            <a:off x="8961317" y="0"/>
            <a:ext cx="3290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09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278D-B7FE-FBB7-245B-20DC5CD0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0942B18D-69D0-F962-E072-E75DAA11C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1326E9AE-1CB7-D167-C483-0F7A657238B3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D5F1E4B8-3F7E-0B55-FFC1-C293A1A0F921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7A58A65D-0F86-E54D-BE24-1AFD504B1D1E}"/>
              </a:ext>
            </a:extLst>
          </p:cNvPr>
          <p:cNvSpPr/>
          <p:nvPr/>
        </p:nvSpPr>
        <p:spPr>
          <a:xfrm rot="18650359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3E0AC764-EA00-8298-3076-382E01245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4707A36F-C474-9964-82D9-45977E75F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60D5B5D7-12D6-C08C-0A36-150ECEFE5E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1418B194-47DE-CA39-383B-05718FBF33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2DD66E6-E48D-5FCC-1A1D-CA5AEA53932D}"/>
              </a:ext>
            </a:extLst>
          </p:cNvPr>
          <p:cNvSpPr txBox="1"/>
          <p:nvPr/>
        </p:nvSpPr>
        <p:spPr>
          <a:xfrm>
            <a:off x="2366103" y="169147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5896947-7525-A104-436A-CD2E845F9067}"/>
              </a:ext>
            </a:extLst>
          </p:cNvPr>
          <p:cNvSpPr txBox="1"/>
          <p:nvPr/>
        </p:nvSpPr>
        <p:spPr>
          <a:xfrm>
            <a:off x="2366103" y="1620924"/>
            <a:ext cx="20409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Titre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2DAD4F0-D9E8-5930-4565-B33219C4C2BE}"/>
              </a:ext>
            </a:extLst>
          </p:cNvPr>
          <p:cNvSpPr txBox="1"/>
          <p:nvPr/>
        </p:nvSpPr>
        <p:spPr>
          <a:xfrm>
            <a:off x="2366103" y="2887367"/>
            <a:ext cx="65245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Bouton de connexion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F8AB958-D5B6-95AD-C94E-60BE4D2BADD5}"/>
              </a:ext>
            </a:extLst>
          </p:cNvPr>
          <p:cNvSpPr txBox="1"/>
          <p:nvPr/>
        </p:nvSpPr>
        <p:spPr>
          <a:xfrm>
            <a:off x="8961317" y="4045370"/>
            <a:ext cx="61831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Algerian" panose="04020705040A02060702" pitchFamily="82" charset="0"/>
              </a:rPr>
              <a:t>Bouton de création</a:t>
            </a:r>
          </a:p>
          <a:p>
            <a:r>
              <a:rPr lang="fr-FR" sz="4400" dirty="0">
                <a:latin typeface="Algerian" panose="04020705040A02060702" pitchFamily="82" charset="0"/>
              </a:rPr>
              <a:t>De compte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7C8BC9-3AC7-8955-FA44-B07A6ECE9B4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456" b="5797"/>
          <a:stretch>
            <a:fillRect/>
          </a:stretch>
        </p:blipFill>
        <p:spPr>
          <a:xfrm>
            <a:off x="8961317" y="0"/>
            <a:ext cx="3290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82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EDFD-017C-6C3B-AC96-3786A9AB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D6844BB-E72A-42A5-EA58-9E8348D5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0741F31E-42FD-948B-D3B9-01CC195266D9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871D9E3F-2ED0-FD37-AE0A-2CC8A237B693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7A67445B-A8FD-4DBD-1F07-93DB8336D426}"/>
              </a:ext>
            </a:extLst>
          </p:cNvPr>
          <p:cNvSpPr/>
          <p:nvPr/>
        </p:nvSpPr>
        <p:spPr>
          <a:xfrm rot="18650359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A3166556-D91E-DB3F-7CD2-A08E1007D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FE2F85A7-ECBA-C19E-CA5F-6E51F4A42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3D19BEA5-B0C8-8AB4-785F-700F537A7A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51F3F972-2082-05D3-6C49-4F3BD72110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CCD3398-3E34-269C-3E75-19D82E4E06C7}"/>
              </a:ext>
            </a:extLst>
          </p:cNvPr>
          <p:cNvSpPr txBox="1"/>
          <p:nvPr/>
        </p:nvSpPr>
        <p:spPr>
          <a:xfrm>
            <a:off x="2366103" y="169147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FC6DDCD-4BAE-C42A-5D27-72CABC01D81D}"/>
              </a:ext>
            </a:extLst>
          </p:cNvPr>
          <p:cNvSpPr txBox="1"/>
          <p:nvPr/>
        </p:nvSpPr>
        <p:spPr>
          <a:xfrm>
            <a:off x="2366103" y="1620924"/>
            <a:ext cx="20409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Titre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92FA3F-F499-9FE3-FF7A-90266BA4D151}"/>
              </a:ext>
            </a:extLst>
          </p:cNvPr>
          <p:cNvSpPr txBox="1"/>
          <p:nvPr/>
        </p:nvSpPr>
        <p:spPr>
          <a:xfrm>
            <a:off x="2366103" y="2887367"/>
            <a:ext cx="65245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Bouton de connexion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FDDF4B-F600-CBFB-BF6F-99B8B116D805}"/>
              </a:ext>
            </a:extLst>
          </p:cNvPr>
          <p:cNvSpPr txBox="1"/>
          <p:nvPr/>
        </p:nvSpPr>
        <p:spPr>
          <a:xfrm>
            <a:off x="2366103" y="4045370"/>
            <a:ext cx="61831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Algerian" panose="04020705040A02060702" pitchFamily="82" charset="0"/>
              </a:rPr>
              <a:t>Bouton de création</a:t>
            </a:r>
          </a:p>
          <a:p>
            <a:r>
              <a:rPr lang="fr-FR" sz="4400" dirty="0">
                <a:latin typeface="Algerian" panose="04020705040A02060702" pitchFamily="82" charset="0"/>
              </a:rPr>
              <a:t>De compte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92E5878-0170-FCC7-C716-58E5A5251FBE}"/>
              </a:ext>
            </a:extLst>
          </p:cNvPr>
          <p:cNvSpPr txBox="1"/>
          <p:nvPr/>
        </p:nvSpPr>
        <p:spPr>
          <a:xfrm>
            <a:off x="2526391" y="-730596"/>
            <a:ext cx="6203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Matura MT Script Capitals" panose="03020802060602070202" pitchFamily="66" charset="0"/>
              </a:rPr>
              <a:t>Connexion et inscription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F9F2008-B6D1-8BA0-D759-2E041923C00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456" b="5797"/>
          <a:stretch>
            <a:fillRect/>
          </a:stretch>
        </p:blipFill>
        <p:spPr>
          <a:xfrm>
            <a:off x="8961317" y="0"/>
            <a:ext cx="3290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011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A7F6-203C-3489-A9B5-98863AEF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06B1C812-0B10-D119-74C9-AE969E5D911E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ECF037C8-7F03-4E67-6B88-C905799D0140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CE0D418D-FCCA-523F-F6C2-7283FA150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7AF2A896-6B3C-92B1-9268-68F4EC200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C9759EF2-442D-F0AD-C200-20E9D9AD84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93895F80-DDBB-7027-3E78-5B47B30F63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C5ED136-E6B2-B7A4-EFD4-12DAE7AFB613}"/>
              </a:ext>
            </a:extLst>
          </p:cNvPr>
          <p:cNvSpPr txBox="1"/>
          <p:nvPr/>
        </p:nvSpPr>
        <p:spPr>
          <a:xfrm>
            <a:off x="2494516" y="0"/>
            <a:ext cx="6203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Matura MT Script Capitals" panose="03020802060602070202" pitchFamily="66" charset="0"/>
              </a:rPr>
              <a:t>Connexion et inscription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5D1A7D4-6AFA-DF21-9E73-29AD216FB139}"/>
              </a:ext>
            </a:extLst>
          </p:cNvPr>
          <p:cNvSpPr txBox="1"/>
          <p:nvPr/>
        </p:nvSpPr>
        <p:spPr>
          <a:xfrm>
            <a:off x="2334228" y="6858000"/>
            <a:ext cx="4978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latin typeface="Algerian" panose="04020705040A02060702" pitchFamily="82" charset="0"/>
              </a:rPr>
              <a:t>Page d’accueil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312D9FB-C97F-BFDF-757A-A536EA933E55}"/>
              </a:ext>
            </a:extLst>
          </p:cNvPr>
          <p:cNvSpPr txBox="1"/>
          <p:nvPr/>
        </p:nvSpPr>
        <p:spPr>
          <a:xfrm>
            <a:off x="2334228" y="7688997"/>
            <a:ext cx="20409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Titre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C2BC56-09A3-F494-7D31-154B0CDE0387}"/>
              </a:ext>
            </a:extLst>
          </p:cNvPr>
          <p:cNvSpPr txBox="1"/>
          <p:nvPr/>
        </p:nvSpPr>
        <p:spPr>
          <a:xfrm>
            <a:off x="2334228" y="8458438"/>
            <a:ext cx="65245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- Bouton de connexion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3AD663-F3FE-7717-1841-10D80DD4AC27}"/>
              </a:ext>
            </a:extLst>
          </p:cNvPr>
          <p:cNvSpPr txBox="1"/>
          <p:nvPr/>
        </p:nvSpPr>
        <p:spPr>
          <a:xfrm>
            <a:off x="2334228" y="9273923"/>
            <a:ext cx="61831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Algerian" panose="04020705040A02060702" pitchFamily="82" charset="0"/>
              </a:rPr>
              <a:t>Bouton de création</a:t>
            </a:r>
          </a:p>
          <a:p>
            <a:r>
              <a:rPr lang="fr-FR" sz="4400" dirty="0">
                <a:latin typeface="Algerian" panose="04020705040A02060702" pitchFamily="82" charset="0"/>
              </a:rPr>
              <a:t>De compte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213A4C6-B9F1-8238-900A-B398290EC5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-456" b="5797"/>
          <a:stretch>
            <a:fillRect/>
          </a:stretch>
        </p:blipFill>
        <p:spPr>
          <a:xfrm>
            <a:off x="12192000" y="0"/>
            <a:ext cx="3290960" cy="68580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663ACA6-BF0F-17B2-085F-C95F914FFD7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371" b="5630"/>
          <a:stretch>
            <a:fillRect/>
          </a:stretch>
        </p:blipFill>
        <p:spPr>
          <a:xfrm>
            <a:off x="2494516" y="6909336"/>
            <a:ext cx="2630712" cy="54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70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088B-2778-A2CD-1B44-B88F32F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99092779-B2AE-9AB4-D049-72F8767C6E30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DAB822D2-2759-180E-172F-122600C7EE4B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A60DE782-62CA-A167-C037-03FFCA37F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232C1FEA-7259-4C2E-B139-5723FB5D0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6AD136C6-C41D-4C36-F1CC-8475E1E6A0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BCAB21CF-BAD0-7646-2CAD-51B0FAFDC3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8DB5A66D-172C-E089-D193-0A7500F86A50}"/>
              </a:ext>
            </a:extLst>
          </p:cNvPr>
          <p:cNvSpPr txBox="1"/>
          <p:nvPr/>
        </p:nvSpPr>
        <p:spPr>
          <a:xfrm>
            <a:off x="2494516" y="0"/>
            <a:ext cx="6203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Matura MT Script Capitals" panose="03020802060602070202" pitchFamily="66" charset="0"/>
              </a:rPr>
              <a:t>Connexion et inscription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382A28B-B1BD-98A5-2060-478279D152E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-134" b="5652"/>
          <a:stretch>
            <a:fillRect/>
          </a:stretch>
        </p:blipFill>
        <p:spPr>
          <a:xfrm>
            <a:off x="7066774" y="6858000"/>
            <a:ext cx="2630712" cy="550820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DF8FCD9-C95F-5449-64A1-84F8E54F71F4}"/>
              </a:ext>
            </a:extLst>
          </p:cNvPr>
          <p:cNvSpPr txBox="1"/>
          <p:nvPr/>
        </p:nvSpPr>
        <p:spPr>
          <a:xfrm rot="5400000">
            <a:off x="2335609" y="2295876"/>
            <a:ext cx="31041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Tu es nouveau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Inscris-toi !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FD5CD4E-B5F2-415C-E467-C65A0E52761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371" b="5630"/>
          <a:stretch>
            <a:fillRect/>
          </a:stretch>
        </p:blipFill>
        <p:spPr>
          <a:xfrm>
            <a:off x="2494516" y="1361440"/>
            <a:ext cx="2630712" cy="54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08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9F53D-583C-5F52-2B8F-06134F8F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82E4A3AC-1A39-82E7-B59F-1AC889896FED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41E74B83-2012-46E7-167C-73D4330CCEE9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FA73B70D-99A7-F2B1-0462-5A42D7875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56835B4C-E771-2E38-3865-27EE2B4DB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66001968-C352-E861-9012-4A288AB708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B8F27B35-77B9-17F5-330C-EB3B34DDCD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23A2C1A-9A34-F0ED-B5C3-DF153D3E9054}"/>
              </a:ext>
            </a:extLst>
          </p:cNvPr>
          <p:cNvSpPr txBox="1"/>
          <p:nvPr/>
        </p:nvSpPr>
        <p:spPr>
          <a:xfrm>
            <a:off x="2494516" y="0"/>
            <a:ext cx="6203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Matura MT Script Capitals" panose="03020802060602070202" pitchFamily="66" charset="0"/>
              </a:rPr>
              <a:t>Connexion et inscription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9E0785D-017E-7FBF-579D-AAFB515F021C}"/>
              </a:ext>
            </a:extLst>
          </p:cNvPr>
          <p:cNvSpPr txBox="1"/>
          <p:nvPr/>
        </p:nvSpPr>
        <p:spPr>
          <a:xfrm>
            <a:off x="6172115" y="1643895"/>
            <a:ext cx="31041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Tu es nouveau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Inscris-toi !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5119E9B-1AD4-EFC9-FCB1-E045F7AFAC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-134" b="5652"/>
          <a:stretch>
            <a:fillRect/>
          </a:stretch>
        </p:blipFill>
        <p:spPr>
          <a:xfrm>
            <a:off x="7066774" y="6858000"/>
            <a:ext cx="2630712" cy="550820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BD8C818-7E42-81EB-B947-D4AA4FB1B55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371" b="5630"/>
          <a:stretch>
            <a:fillRect/>
          </a:stretch>
        </p:blipFill>
        <p:spPr>
          <a:xfrm>
            <a:off x="2494516" y="1361440"/>
            <a:ext cx="2630712" cy="549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34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4742-05A2-FE36-0753-53F3E1EA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C25103EC-8B0D-AAF9-2E2B-25C1D567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71" b="5630"/>
          <a:stretch>
            <a:fillRect/>
          </a:stretch>
        </p:blipFill>
        <p:spPr>
          <a:xfrm>
            <a:off x="2494515" y="6902931"/>
            <a:ext cx="2630712" cy="5496560"/>
          </a:xfrm>
          <a:prstGeom prst="rect">
            <a:avLst/>
          </a:prstGeom>
        </p:spPr>
      </p:pic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727E8AE7-B272-2928-C748-2CDE6DCBE22C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29789DC9-7D81-E72C-846E-240665D8FAFA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D87FA338-D1B5-92FF-F767-884403278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8EF19B8E-5BD8-3C25-5B99-79D3E3C1A8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863C5063-9B07-9468-D19C-D4E47637D9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D1DDEFC0-AEFF-58FD-3944-38412BB8FF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E7EF058-BAEF-4933-6045-6A941FC9D3F3}"/>
              </a:ext>
            </a:extLst>
          </p:cNvPr>
          <p:cNvSpPr txBox="1"/>
          <p:nvPr/>
        </p:nvSpPr>
        <p:spPr>
          <a:xfrm>
            <a:off x="2494516" y="0"/>
            <a:ext cx="6203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Matura MT Script Capitals" panose="03020802060602070202" pitchFamily="66" charset="0"/>
              </a:rPr>
              <a:t>Connexion et inscription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DFD9C1A-3165-FEDC-1DAA-A2A34FF2EDFC}"/>
              </a:ext>
            </a:extLst>
          </p:cNvPr>
          <p:cNvSpPr txBox="1"/>
          <p:nvPr/>
        </p:nvSpPr>
        <p:spPr>
          <a:xfrm rot="10800000">
            <a:off x="2758158" y="1886046"/>
            <a:ext cx="31041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Tu es nouveau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Inscris-toi !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B1B9390-FF76-647F-2F31-88E870B1C00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134" b="5652"/>
          <a:stretch>
            <a:fillRect/>
          </a:stretch>
        </p:blipFill>
        <p:spPr>
          <a:xfrm>
            <a:off x="7086653" y="1349792"/>
            <a:ext cx="2630712" cy="550820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2C2B506-264C-20C7-E2EB-33C15D1F72EA}"/>
              </a:ext>
            </a:extLst>
          </p:cNvPr>
          <p:cNvSpPr txBox="1"/>
          <p:nvPr/>
        </p:nvSpPr>
        <p:spPr>
          <a:xfrm>
            <a:off x="2940949" y="1776621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DD91B64-8EE9-7B17-59E6-9DCB6B26820B}"/>
              </a:ext>
            </a:extLst>
          </p:cNvPr>
          <p:cNvSpPr txBox="1"/>
          <p:nvPr/>
        </p:nvSpPr>
        <p:spPr>
          <a:xfrm>
            <a:off x="3436817" y="-82415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</p:spTree>
    <p:extLst>
      <p:ext uri="{BB962C8B-B14F-4D97-AF65-F5344CB8AC3E}">
        <p14:creationId xmlns:p14="http://schemas.microsoft.com/office/powerpoint/2010/main" val="3339847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107B9-527D-C28D-C124-029A3EC9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55810AE-C311-8E3A-7516-13542F24D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16AEBB1-21F3-4BF7-39E1-5DD1B999E555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32719C84-65E8-D761-EE58-7120EC84857C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87A2D418-E457-E027-D2A1-853576818DAE}"/>
              </a:ext>
            </a:extLst>
          </p:cNvPr>
          <p:cNvSpPr/>
          <p:nvPr/>
        </p:nvSpPr>
        <p:spPr>
          <a:xfrm rot="2480724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37AD7498-DE36-1B4E-9870-C80054175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5AF3E209-91CB-08E1-CB20-556D431B11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19892210-87C4-C915-86B3-8C91B40013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2C4513A5-E4D3-1F67-C56A-3449851380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0E05C39-ACBE-071C-2B52-9D79925682A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134" b="5652"/>
          <a:stretch>
            <a:fillRect/>
          </a:stretch>
        </p:blipFill>
        <p:spPr>
          <a:xfrm>
            <a:off x="6967383" y="6858000"/>
            <a:ext cx="2630712" cy="55082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0DAB812-CD02-8245-1313-00179935AEB3}"/>
              </a:ext>
            </a:extLst>
          </p:cNvPr>
          <p:cNvSpPr txBox="1"/>
          <p:nvPr/>
        </p:nvSpPr>
        <p:spPr>
          <a:xfrm>
            <a:off x="3137491" y="7017170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47818F-BBBF-02EA-22D6-FCDD5862B667}"/>
              </a:ext>
            </a:extLst>
          </p:cNvPr>
          <p:cNvSpPr txBox="1"/>
          <p:nvPr/>
        </p:nvSpPr>
        <p:spPr>
          <a:xfrm>
            <a:off x="3516330" y="25242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0251DDA-6F0A-EC52-E09B-3CD27E52154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796" b="5797"/>
          <a:stretch>
            <a:fillRect/>
          </a:stretch>
        </p:blipFill>
        <p:spPr>
          <a:xfrm>
            <a:off x="12232171" y="-14295"/>
            <a:ext cx="3256722" cy="687229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668D38F-9D84-62E8-4445-1C4BA862B063}"/>
              </a:ext>
            </a:extLst>
          </p:cNvPr>
          <p:cNvSpPr txBox="1"/>
          <p:nvPr/>
        </p:nvSpPr>
        <p:spPr>
          <a:xfrm>
            <a:off x="3256761" y="7017170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</p:spTree>
    <p:extLst>
      <p:ext uri="{BB962C8B-B14F-4D97-AF65-F5344CB8AC3E}">
        <p14:creationId xmlns:p14="http://schemas.microsoft.com/office/powerpoint/2010/main" val="3866572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A9ABC-8EC4-44C7-8A65-A3E8084E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98190C75-7F79-BBB8-2B06-B8B0F1190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75522" y="1763493"/>
            <a:ext cx="5690480" cy="333101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5C1BACA-FA0D-00BB-CB4D-333C6F04D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FCC6A79F-9321-95D8-1ACF-5503433BC352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36269DB2-8DCE-937C-5BD9-0B81B5F34FBB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CBFA0613-1091-8D3E-4874-F5684289185E}"/>
              </a:ext>
            </a:extLst>
          </p:cNvPr>
          <p:cNvSpPr/>
          <p:nvPr/>
        </p:nvSpPr>
        <p:spPr>
          <a:xfrm rot="2480724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BB971CB0-3E0D-B6CF-3882-66B7877765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F67EDB13-6BEB-D970-1747-39ACD7F0A8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DA673705-1B76-61CD-C6FE-A863D8E3D1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3EA3BE1B-76C5-A224-E5F3-E6EAFB2CC5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CB830C1-DFAE-2978-4A02-A503FC1F872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-134" b="5652"/>
          <a:stretch>
            <a:fillRect/>
          </a:stretch>
        </p:blipFill>
        <p:spPr>
          <a:xfrm>
            <a:off x="6967383" y="6858000"/>
            <a:ext cx="2630712" cy="55082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EBEC060-D9AD-C39C-BEB4-351F85D32FA8}"/>
              </a:ext>
            </a:extLst>
          </p:cNvPr>
          <p:cNvSpPr txBox="1"/>
          <p:nvPr/>
        </p:nvSpPr>
        <p:spPr>
          <a:xfrm>
            <a:off x="3137491" y="7017170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1DFBD64-9474-2CE3-1718-19B8BE48C443}"/>
              </a:ext>
            </a:extLst>
          </p:cNvPr>
          <p:cNvSpPr txBox="1"/>
          <p:nvPr/>
        </p:nvSpPr>
        <p:spPr>
          <a:xfrm>
            <a:off x="3516330" y="25242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2A2F037-54F5-F8B3-DDCD-60FD05F74D2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796" b="5797"/>
          <a:stretch>
            <a:fillRect/>
          </a:stretch>
        </p:blipFill>
        <p:spPr>
          <a:xfrm>
            <a:off x="8952846" y="0"/>
            <a:ext cx="3256722" cy="687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1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BFD7-E6C8-9505-BBCD-80D84CC2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432622D9-9DC9-3A2F-9EC4-ACEB905D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383" y="1781896"/>
            <a:ext cx="5690480" cy="333101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7952752-FE0A-DB5E-23D8-4C189389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9E5F4D6D-51C2-EE24-2829-FEDEC43D9039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9C86CCA0-F3D2-93AC-E3C2-ABDDECD4A565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241E3112-1DB9-ECD1-1218-4D17A181C21C}"/>
              </a:ext>
            </a:extLst>
          </p:cNvPr>
          <p:cNvSpPr/>
          <p:nvPr/>
        </p:nvSpPr>
        <p:spPr>
          <a:xfrm rot="2480724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0C8BDA3E-0CB1-E0A7-9616-7DDF083AC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F44D3F47-402C-7E0B-644F-52629D9F3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CD3FE890-4AA3-6465-4F43-1FAFF42DA6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AF639EC5-69E2-B491-0AE7-31C33AEAEF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2EA0A86-0579-A149-42A1-F1FCF4BAD08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-134" b="5652"/>
          <a:stretch>
            <a:fillRect/>
          </a:stretch>
        </p:blipFill>
        <p:spPr>
          <a:xfrm>
            <a:off x="6967383" y="6858000"/>
            <a:ext cx="2630712" cy="55082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99D60FE-FE06-7600-5FA6-38C52E5E5F28}"/>
              </a:ext>
            </a:extLst>
          </p:cNvPr>
          <p:cNvSpPr txBox="1"/>
          <p:nvPr/>
        </p:nvSpPr>
        <p:spPr>
          <a:xfrm>
            <a:off x="3137491" y="7017170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D145F5D-81E5-30D9-9851-983778986B3E}"/>
              </a:ext>
            </a:extLst>
          </p:cNvPr>
          <p:cNvSpPr txBox="1"/>
          <p:nvPr/>
        </p:nvSpPr>
        <p:spPr>
          <a:xfrm>
            <a:off x="3516330" y="25242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9B1786F-B6C4-8DFF-E54F-87CFA6D4E5D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796" b="5797"/>
          <a:stretch>
            <a:fillRect/>
          </a:stretch>
        </p:blipFill>
        <p:spPr>
          <a:xfrm>
            <a:off x="8952846" y="0"/>
            <a:ext cx="3256722" cy="687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0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C5C26-B17F-2041-C387-6F60EB66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0E49A570-DB54-9671-52D4-8D67160B3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42" y="1781896"/>
            <a:ext cx="5690480" cy="333101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2C2246E-1ED1-61FF-3797-38BA7040A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DE67FD2C-4AC4-BED4-CB68-E1D92153BC11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005A4E51-5EBE-DDA8-BAC4-FF8511597396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381A06CE-B893-E771-19AC-A0E61865A77A}"/>
              </a:ext>
            </a:extLst>
          </p:cNvPr>
          <p:cNvSpPr/>
          <p:nvPr/>
        </p:nvSpPr>
        <p:spPr>
          <a:xfrm rot="2480724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605394BE-98E8-BE89-EF6E-199B47F09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F8047DA9-79B9-1127-CC98-DB1AB12557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3B8D25A4-8675-993C-899E-2DC07D5875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84D92A6D-6A0D-1EBE-3C01-756C6395AE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C9995FC-6235-C8EF-BD77-52F8942972F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-134" b="5652"/>
          <a:stretch>
            <a:fillRect/>
          </a:stretch>
        </p:blipFill>
        <p:spPr>
          <a:xfrm>
            <a:off x="6967383" y="6858000"/>
            <a:ext cx="2630712" cy="55082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9D2ADE8-8E6D-F4FC-7167-26E6097692D5}"/>
              </a:ext>
            </a:extLst>
          </p:cNvPr>
          <p:cNvSpPr txBox="1"/>
          <p:nvPr/>
        </p:nvSpPr>
        <p:spPr>
          <a:xfrm>
            <a:off x="3137491" y="7017170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794B84D-D503-87FF-9C23-320248CEA114}"/>
              </a:ext>
            </a:extLst>
          </p:cNvPr>
          <p:cNvSpPr txBox="1"/>
          <p:nvPr/>
        </p:nvSpPr>
        <p:spPr>
          <a:xfrm>
            <a:off x="7909685" y="25242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DE71F79-C411-0A8A-F219-87EAD81CC43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796" b="5797"/>
          <a:stretch>
            <a:fillRect/>
          </a:stretch>
        </p:blipFill>
        <p:spPr>
          <a:xfrm>
            <a:off x="4153579" y="-14295"/>
            <a:ext cx="3256722" cy="687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69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1E34-DE3C-F483-E9FF-E637951B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3DE695E4-1A26-6050-8439-9175316F3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" y="7740445"/>
            <a:ext cx="12180831" cy="5093110"/>
          </a:xfrm>
          <a:prstGeom prst="rect">
            <a:avLst/>
          </a:prstGeom>
        </p:spPr>
      </p:pic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64DB2A0F-F384-0E6A-6EC7-EA158F059620}"/>
              </a:ext>
            </a:extLst>
          </p:cNvPr>
          <p:cNvSpPr/>
          <p:nvPr/>
        </p:nvSpPr>
        <p:spPr>
          <a:xfrm>
            <a:off x="0" y="68580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3E5E7225-BB7F-4D09-9019-972F62B98218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911052A9-93D3-422F-1AAA-9DEB21CC0C24}"/>
              </a:ext>
            </a:extLst>
          </p:cNvPr>
          <p:cNvSpPr/>
          <p:nvPr/>
        </p:nvSpPr>
        <p:spPr>
          <a:xfrm rot="2480724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978E05DE-6FFD-11D4-1DFC-18D9E1282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235B9F73-5204-1E47-1780-6CC846635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38592DBE-6E81-7D5B-37AF-8E465D337D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511AEA56-2C48-0462-5105-3BE3D100F2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BCF2392-5268-3A84-603C-243EABB4417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-134" b="5652"/>
          <a:stretch>
            <a:fillRect/>
          </a:stretch>
        </p:blipFill>
        <p:spPr>
          <a:xfrm>
            <a:off x="6967383" y="6858000"/>
            <a:ext cx="2630712" cy="550820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DE9C09F-395B-78AB-0A27-1D8DCBFF4F80}"/>
              </a:ext>
            </a:extLst>
          </p:cNvPr>
          <p:cNvSpPr txBox="1"/>
          <p:nvPr/>
        </p:nvSpPr>
        <p:spPr>
          <a:xfrm>
            <a:off x="3137491" y="7017170"/>
            <a:ext cx="28392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Brush Script MT" panose="03060802040406070304" pitchFamily="66" charset="0"/>
              </a:rPr>
              <a:t>Déjà inscris ?</a:t>
            </a:r>
          </a:p>
          <a:p>
            <a:r>
              <a:rPr lang="fr-FR" sz="4400" dirty="0">
                <a:latin typeface="Brush Script MT" panose="03060802040406070304" pitchFamily="66" charset="0"/>
              </a:rPr>
              <a:t>Connecte-toi 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4C6BA65-279C-219B-490F-AF0E9640BB9E}"/>
              </a:ext>
            </a:extLst>
          </p:cNvPr>
          <p:cNvSpPr txBox="1"/>
          <p:nvPr/>
        </p:nvSpPr>
        <p:spPr>
          <a:xfrm>
            <a:off x="7909685" y="25242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0F8BBD1-E517-43C0-D7D4-49F72370933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-134" b="5652"/>
          <a:stretch>
            <a:fillRect/>
          </a:stretch>
        </p:blipFill>
        <p:spPr>
          <a:xfrm>
            <a:off x="4153578" y="0"/>
            <a:ext cx="3275371" cy="685800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25342B23-7F30-8A51-C2E1-A7E5F4E3CB53}"/>
              </a:ext>
            </a:extLst>
          </p:cNvPr>
          <p:cNvSpPr txBox="1"/>
          <p:nvPr/>
        </p:nvSpPr>
        <p:spPr>
          <a:xfrm>
            <a:off x="12192000" y="3322095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</p:spTree>
    <p:extLst>
      <p:ext uri="{BB962C8B-B14F-4D97-AF65-F5344CB8AC3E}">
        <p14:creationId xmlns:p14="http://schemas.microsoft.com/office/powerpoint/2010/main" val="107571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F8D5-F310-8D5D-3F7B-838828779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241066BB-270B-2772-A0D4-EBBA4B524487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150D70D1-0090-6688-9A15-0A7F302D00E5}"/>
              </a:ext>
            </a:extLst>
          </p:cNvPr>
          <p:cNvSpPr/>
          <p:nvPr/>
        </p:nvSpPr>
        <p:spPr>
          <a:xfrm rot="2480724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CE5ADAF7-EB6D-905E-0B61-A5F017064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3FF6553C-6E9B-46A4-EAB8-B06AD7A1B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1F83AD83-8E0C-A850-CBC9-B1BD16DDE2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C88C253C-3232-4F61-3771-30B50CD587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74136AC-9DD4-325E-A4A9-69DFC3826F85}"/>
              </a:ext>
            </a:extLst>
          </p:cNvPr>
          <p:cNvSpPr txBox="1"/>
          <p:nvPr/>
        </p:nvSpPr>
        <p:spPr>
          <a:xfrm>
            <a:off x="7909685" y="252424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D1B69C1-69B1-219E-162A-48C7F447FB8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-134" b="5652"/>
          <a:stretch>
            <a:fillRect/>
          </a:stretch>
        </p:blipFill>
        <p:spPr>
          <a:xfrm>
            <a:off x="4153578" y="0"/>
            <a:ext cx="3275371" cy="6858000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384CDDDC-F914-3317-B618-79A2980C4655}"/>
              </a:ext>
            </a:extLst>
          </p:cNvPr>
          <p:cNvSpPr txBox="1"/>
          <p:nvPr/>
        </p:nvSpPr>
        <p:spPr>
          <a:xfrm>
            <a:off x="9489440" y="3162925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07C7AA9-4941-895D-24A6-89234A3596C6}"/>
              </a:ext>
            </a:extLst>
          </p:cNvPr>
          <p:cNvSpPr txBox="1"/>
          <p:nvPr/>
        </p:nvSpPr>
        <p:spPr>
          <a:xfrm>
            <a:off x="2943995" y="6858000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</p:spTree>
    <p:extLst>
      <p:ext uri="{BB962C8B-B14F-4D97-AF65-F5344CB8AC3E}">
        <p14:creationId xmlns:p14="http://schemas.microsoft.com/office/powerpoint/2010/main" val="3397431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514C-8F4B-16B2-D014-8BF9A1F8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1C8E8E68-74E4-BB3E-458A-07D6544EA4D1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D6D34B98-5454-3DA7-59AA-177A1C25B6A9}"/>
              </a:ext>
            </a:extLst>
          </p:cNvPr>
          <p:cNvSpPr/>
          <p:nvPr/>
        </p:nvSpPr>
        <p:spPr>
          <a:xfrm rot="5246405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09CF293C-D1B2-BC03-EA5A-FC7FB756F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708D595E-1F7F-AB21-EB3C-283500DBD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0A3609E8-C25A-B3BC-E49E-320B9E9ADD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7863BBBC-6980-CA84-D1D1-4CB2CE3655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BABCDB57-B567-6F32-6D83-9AD6F91E11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B656255-F944-1175-DB35-F29C5D13B56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7231DE9-DA74-C9E0-1ADF-C94F8443E4E4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4FD71D-C316-785E-DE26-C8EE09AEBC84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EAA388A-AB62-ABA9-60A6-0FDCD71AA7C8}"/>
              </a:ext>
            </a:extLst>
          </p:cNvPr>
          <p:cNvSpPr txBox="1"/>
          <p:nvPr/>
        </p:nvSpPr>
        <p:spPr>
          <a:xfrm>
            <a:off x="2943993" y="6027003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</p:spTree>
    <p:extLst>
      <p:ext uri="{BB962C8B-B14F-4D97-AF65-F5344CB8AC3E}">
        <p14:creationId xmlns:p14="http://schemas.microsoft.com/office/powerpoint/2010/main" val="324036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AB31-53F9-4B3F-29F0-126B2887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7AF66D5B-FCEF-BC3B-49D6-AFC9CFF88BD8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7587E42A-83F6-C8D3-EC7A-ACA3D17EAC49}"/>
              </a:ext>
            </a:extLst>
          </p:cNvPr>
          <p:cNvSpPr/>
          <p:nvPr/>
        </p:nvSpPr>
        <p:spPr>
          <a:xfrm rot="5246405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DADCA546-B1DA-1806-FA10-17AF94201D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1C923F2E-28D4-18BC-FA57-66EA9B644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829FBDA9-FF0A-A7C0-E137-B1E4663E3E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C4FB3B43-4E4B-AA94-74B6-9C6C6D7D97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DB9CD0B3-A756-EF2A-08B4-21834E1241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971BA9D-8516-5880-7965-00CC2BD03A3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127865F-E3AF-FACB-A924-4C970BE988E3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7CD3648-01D2-98EE-C694-92A99DF9D9E9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8BBEE7-2A47-78FE-C844-E3FACA56E9BD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578D90E-7216-D7AA-EA56-FE247BEA7C57}"/>
              </a:ext>
            </a:extLst>
          </p:cNvPr>
          <p:cNvSpPr txBox="1"/>
          <p:nvPr/>
        </p:nvSpPr>
        <p:spPr>
          <a:xfrm>
            <a:off x="2049129" y="6858000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</p:spTree>
    <p:extLst>
      <p:ext uri="{BB962C8B-B14F-4D97-AF65-F5344CB8AC3E}">
        <p14:creationId xmlns:p14="http://schemas.microsoft.com/office/powerpoint/2010/main" val="294408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8F9D-9E12-2AE8-9B60-B81324B5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C944D283-3F2A-09D4-5C88-84876EC731FF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5A980461-2138-180D-6B23-302AA82B5B43}"/>
              </a:ext>
            </a:extLst>
          </p:cNvPr>
          <p:cNvSpPr/>
          <p:nvPr/>
        </p:nvSpPr>
        <p:spPr>
          <a:xfrm rot="5246405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C03A96DD-F19F-E121-25A5-046DD9279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D36D13C4-8FB4-EEE6-042C-50EF83150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000B9AB7-F162-2023-7446-A962F8A3A3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99175FB9-5768-E38A-08BE-1EB791566C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9A547E55-EE0A-D1A3-68E1-E5329B000B0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3F87171-6D5A-190E-0B2D-24388784C67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065FB36-BECD-4313-979A-3AF14FC56454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F87E595-6D4B-3098-7187-7F12CFAB7926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8AF04EA-A82A-7C70-20AB-7C369D6B238B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DD2CE9-12E8-EC06-1489-4E5D0ABA8345}"/>
              </a:ext>
            </a:extLst>
          </p:cNvPr>
          <p:cNvSpPr txBox="1"/>
          <p:nvPr/>
        </p:nvSpPr>
        <p:spPr>
          <a:xfrm>
            <a:off x="2049129" y="5421610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</p:spTree>
    <p:extLst>
      <p:ext uri="{BB962C8B-B14F-4D97-AF65-F5344CB8AC3E}">
        <p14:creationId xmlns:p14="http://schemas.microsoft.com/office/powerpoint/2010/main" val="2417272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7C32-1FB6-531D-A9A6-560E9B4A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E58511F6-710E-DBCA-E220-D46F94646875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8BA9C44E-4F2D-3704-60B8-6786D8A36E41}"/>
              </a:ext>
            </a:extLst>
          </p:cNvPr>
          <p:cNvSpPr/>
          <p:nvPr/>
        </p:nvSpPr>
        <p:spPr>
          <a:xfrm rot="5246405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ED502A23-619E-578E-DB76-BB1D68B12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C7705104-B713-C710-4C03-534B5DEED5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43602A76-07F4-2074-BF9E-E37BDD97A7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3D586ABF-8E2C-4DA8-4A9B-6543770D3B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D1C88308-6ADA-AA34-75C5-7874931305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E2ADDBC-402B-9B2A-F3D8-00185CB2CBA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7BC402F-ADA9-88C8-4AF4-8C75222C9706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C996900-F936-0FB9-C2D5-FDCB0A39A0C4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7B4C69B-BD70-B870-82FB-6F6C44739057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38C7A8D-AE08-9DD9-DBB4-33AF6E8EB933}"/>
              </a:ext>
            </a:extLst>
          </p:cNvPr>
          <p:cNvSpPr txBox="1"/>
          <p:nvPr/>
        </p:nvSpPr>
        <p:spPr>
          <a:xfrm>
            <a:off x="2049129" y="5421610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2ED5311-F60C-851C-B6B6-9FCED0D89C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73280" y="589280"/>
            <a:ext cx="2183512" cy="253382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9921C95-4FEB-E7F5-A14C-80FC8F4900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4714" y="1"/>
            <a:ext cx="5304153" cy="392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00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8A912-C2B1-C75E-8B0E-61B5942E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96F7F2A6-10B3-B129-1894-1A18CD9A0159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EF074C2B-138D-A593-9394-0E0C99C7B3AE}"/>
              </a:ext>
            </a:extLst>
          </p:cNvPr>
          <p:cNvSpPr/>
          <p:nvPr/>
        </p:nvSpPr>
        <p:spPr>
          <a:xfrm rot="5246405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7CEDF8E2-195E-BAAD-F110-5E4FB2C10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314" y="431144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45D2FC73-1992-E63D-F95F-24CA51E9C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678" y="34290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B7B9555C-DEA1-8384-116C-FB63C530D9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2F7413A2-C60F-3FD1-E919-6DC9D74A9C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9358" y="2357688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819D1001-5724-D90F-A55B-0ACF80ED07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DB37D21-4466-272E-E3BD-BB8F8889144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17119D9-9DD2-2908-31CC-A186865A85E6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CE9461-E01A-19D5-A66B-42A56FD47C7B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C7FB6FC-34E5-FAD6-70D1-BC4560CF0EB3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1070B8-B00A-5AB2-1E10-E843C59F2DCA}"/>
              </a:ext>
            </a:extLst>
          </p:cNvPr>
          <p:cNvSpPr txBox="1"/>
          <p:nvPr/>
        </p:nvSpPr>
        <p:spPr>
          <a:xfrm>
            <a:off x="2049129" y="5421610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C42ECA4-E29B-7A66-D4A7-4855164216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7389" y="0"/>
            <a:ext cx="6044612" cy="701438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3676C71-720C-0E4C-A182-692D28AEFC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4714" y="1"/>
            <a:ext cx="5304153" cy="392381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81B0830-95C2-4EC9-C1DB-D258198F838A}"/>
              </a:ext>
            </a:extLst>
          </p:cNvPr>
          <p:cNvSpPr txBox="1"/>
          <p:nvPr/>
        </p:nvSpPr>
        <p:spPr>
          <a:xfrm>
            <a:off x="2945936" y="-915667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Les différents rôles</a:t>
            </a:r>
          </a:p>
        </p:txBody>
      </p:sp>
    </p:spTree>
    <p:extLst>
      <p:ext uri="{BB962C8B-B14F-4D97-AF65-F5344CB8AC3E}">
        <p14:creationId xmlns:p14="http://schemas.microsoft.com/office/powerpoint/2010/main" val="3830369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6584-D098-AF76-0AAC-96E50137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E80104E7-ADB0-E344-F012-7B63F2A1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4194" y="1348687"/>
            <a:ext cx="5304153" cy="3923818"/>
          </a:xfrm>
          <a:prstGeom prst="rect">
            <a:avLst/>
          </a:prstGeom>
        </p:spPr>
      </p:pic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3C398F70-7601-661A-B93A-23B621B31146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019F4E7D-E50A-A1BA-ADF6-DC5BC260162B}"/>
              </a:ext>
            </a:extLst>
          </p:cNvPr>
          <p:cNvSpPr/>
          <p:nvPr/>
        </p:nvSpPr>
        <p:spPr>
          <a:xfrm rot="18821318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23A9DC59-41D4-0374-3C95-2943DB918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26250" y="435810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E30CEEAE-D54D-6AC7-6F87-76196C684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038" y="4358104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CA926E92-D68F-49B6-3AA5-3D6B59D6FB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435614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E27DE87A-29F3-6696-41B3-90E99F7B9F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358" y="3488202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459DB77F-5B2D-EDA2-47C7-DDB83329A5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7DA7F46-CDC5-B6C2-93BD-C8EFD4491DB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9CF14CF-84E0-6D10-A772-57385A01A643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24DD1E2-6755-5CFF-8C66-5664E9972D9F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CF2107C-2D7A-28A6-0F8A-1EFAE2563E83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AA5475-DC88-B2D7-0DE3-5C86EC728BE3}"/>
              </a:ext>
            </a:extLst>
          </p:cNvPr>
          <p:cNvSpPr txBox="1"/>
          <p:nvPr/>
        </p:nvSpPr>
        <p:spPr>
          <a:xfrm>
            <a:off x="1843758" y="6853949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FB187B9-9671-45AD-69F5-E6C6867FAC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35476" y="-121599"/>
            <a:ext cx="6044612" cy="7014386"/>
          </a:xfrm>
          <a:prstGeom prst="rect">
            <a:avLst/>
          </a:prstGeom>
        </p:spPr>
      </p:pic>
      <p:pic>
        <p:nvPicPr>
          <p:cNvPr id="15" name="Graphique 14" descr="Cerveau dans une tête avec un remplissage uni">
            <a:extLst>
              <a:ext uri="{FF2B5EF4-FFF2-40B4-BE49-F238E27FC236}">
                <a16:creationId xmlns:a16="http://schemas.microsoft.com/office/drawing/2014/main" id="{BACC8703-885E-3719-E5B3-1C7CD907898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1B8A94F-107F-A00E-FFA8-957E2CCA9881}"/>
              </a:ext>
            </a:extLst>
          </p:cNvPr>
          <p:cNvSpPr txBox="1"/>
          <p:nvPr/>
        </p:nvSpPr>
        <p:spPr>
          <a:xfrm>
            <a:off x="2945936" y="15716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Les différents rôles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240BBB6-5767-69A8-C410-43086DEDCFA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5292" y="-1364696"/>
            <a:ext cx="4462796" cy="125930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447F3B8-2AEC-63D6-4C79-90BB37B3B17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5292" y="-2219348"/>
            <a:ext cx="4462796" cy="21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21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13AF0-8A72-5659-4908-8544226F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5A092521-8163-F4DB-4F14-84E7D70EF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4194" y="1348687"/>
            <a:ext cx="5304153" cy="3923818"/>
          </a:xfrm>
          <a:prstGeom prst="rect">
            <a:avLst/>
          </a:prstGeom>
        </p:spPr>
      </p:pic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FBC42003-6B74-28AC-46B7-7ABBF2DE7C29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6136DAFC-E218-79AD-9A51-DCC858B877F3}"/>
              </a:ext>
            </a:extLst>
          </p:cNvPr>
          <p:cNvSpPr/>
          <p:nvPr/>
        </p:nvSpPr>
        <p:spPr>
          <a:xfrm rot="18821318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A5BA443C-0032-B438-9044-814C7726A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26250" y="435810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39829D24-DA47-E353-AD2B-F68B30CE0E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038" y="4358104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5D32CB53-C84D-D66E-1B1F-0FBF7324C1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435614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88F75B4A-2EDF-DD7C-B58B-02A70DA12F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358" y="3488202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BEF9C8EB-7086-3E7F-6B2F-3D18BA50A47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54B4435-5980-CBED-CBB4-4258E835472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E99302E-4C53-E2E0-1DAA-DA508543C3BF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B5FD2B5-CD85-3022-8410-7C1F35A53091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4A47728-43B9-45F5-D94D-3655A22BA22B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6A4D160-A762-4ED3-D36B-0C55D79B43FE}"/>
              </a:ext>
            </a:extLst>
          </p:cNvPr>
          <p:cNvSpPr txBox="1"/>
          <p:nvPr/>
        </p:nvSpPr>
        <p:spPr>
          <a:xfrm>
            <a:off x="1843758" y="6853949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A7BAA8F-30AF-6E3E-2AA8-6E5AE96592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35476" y="-121599"/>
            <a:ext cx="6044612" cy="7014386"/>
          </a:xfrm>
          <a:prstGeom prst="rect">
            <a:avLst/>
          </a:prstGeom>
        </p:spPr>
      </p:pic>
      <p:pic>
        <p:nvPicPr>
          <p:cNvPr id="15" name="Graphique 14" descr="Cerveau dans une tête avec un remplissage uni">
            <a:extLst>
              <a:ext uri="{FF2B5EF4-FFF2-40B4-BE49-F238E27FC236}">
                <a16:creationId xmlns:a16="http://schemas.microsoft.com/office/drawing/2014/main" id="{B3C44876-91FD-2621-1CA3-4C1DA2B764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D2B7274-CC37-BA8B-A367-88B333A905FE}"/>
              </a:ext>
            </a:extLst>
          </p:cNvPr>
          <p:cNvSpPr txBox="1"/>
          <p:nvPr/>
        </p:nvSpPr>
        <p:spPr>
          <a:xfrm>
            <a:off x="2945936" y="15716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Les différents rôles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93AFEF71-65B3-1A08-5068-55071DF0773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99002" y="1206184"/>
            <a:ext cx="4462796" cy="125930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1B9015A-DA94-C175-0142-5F282966190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9002" y="1206184"/>
            <a:ext cx="4462796" cy="21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820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13BD-6E2B-2721-6C3F-BDA0C16F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0469532D-9C47-E369-5697-CB5FEF81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4194" y="1348687"/>
            <a:ext cx="5304153" cy="3923818"/>
          </a:xfrm>
          <a:prstGeom prst="rect">
            <a:avLst/>
          </a:prstGeom>
        </p:spPr>
      </p:pic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64A94A45-AD8D-FF7C-C054-1BBC65813F72}"/>
              </a:ext>
            </a:extLst>
          </p:cNvPr>
          <p:cNvSpPr/>
          <p:nvPr/>
        </p:nvSpPr>
        <p:spPr>
          <a:xfrm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Arc plein 15">
            <a:extLst>
              <a:ext uri="{FF2B5EF4-FFF2-40B4-BE49-F238E27FC236}">
                <a16:creationId xmlns:a16="http://schemas.microsoft.com/office/drawing/2014/main" id="{EA845B80-87E9-0FFA-45A2-622EA7506F95}"/>
              </a:ext>
            </a:extLst>
          </p:cNvPr>
          <p:cNvSpPr/>
          <p:nvPr/>
        </p:nvSpPr>
        <p:spPr>
          <a:xfrm rot="18821318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3C580096-D03E-48A0-5918-7C75B9739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26250" y="435810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3C2F7EF3-91EC-6E85-B22E-C27287F581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038" y="4358104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C2B17D39-7372-7FF7-7D19-813274E1C0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9358" y="2435614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DA16F6C7-D59B-A8DE-D407-B2757D0485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358" y="3488202"/>
            <a:ext cx="914400" cy="914400"/>
          </a:xfrm>
          <a:prstGeom prst="rect">
            <a:avLst/>
          </a:prstGeom>
        </p:spPr>
      </p:pic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609357A1-C109-D84E-7BFC-B512884378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-1965768" y="2928395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04F593A-218F-10D5-A0B3-187CA2BA643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-134" b="5652"/>
          <a:stretch>
            <a:fillRect/>
          </a:stretch>
        </p:blipFill>
        <p:spPr>
          <a:xfrm>
            <a:off x="4458313" y="-6858000"/>
            <a:ext cx="3275371" cy="685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20C6FED-3B5E-FCC5-1878-26CE592D8546}"/>
              </a:ext>
            </a:extLst>
          </p:cNvPr>
          <p:cNvSpPr txBox="1"/>
          <p:nvPr/>
        </p:nvSpPr>
        <p:spPr>
          <a:xfrm>
            <a:off x="7733684" y="-6858000"/>
            <a:ext cx="3376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Pristina" panose="03060402040406080204" pitchFamily="66" charset="0"/>
              </a:rPr>
              <a:t>Upload d’images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973458-237E-4580-9EA2-922FACBE9252}"/>
              </a:ext>
            </a:extLst>
          </p:cNvPr>
          <p:cNvSpPr txBox="1"/>
          <p:nvPr/>
        </p:nvSpPr>
        <p:spPr>
          <a:xfrm>
            <a:off x="9422093" y="-3267692"/>
            <a:ext cx="23182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4400" dirty="0">
                <a:latin typeface="Pristina" panose="03060402040406080204" pitchFamily="66" charset="0"/>
              </a:rPr>
              <a:t>Bouton de</a:t>
            </a:r>
          </a:p>
          <a:p>
            <a:r>
              <a:rPr lang="fr-FR" sz="4400" dirty="0">
                <a:latin typeface="Pristina" panose="03060402040406080204" pitchFamily="66" charset="0"/>
              </a:rPr>
              <a:t>déconnexion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64B43C-C5C1-2FD5-85FF-50CA98B5263F}"/>
              </a:ext>
            </a:extLst>
          </p:cNvPr>
          <p:cNvSpPr txBox="1"/>
          <p:nvPr/>
        </p:nvSpPr>
        <p:spPr>
          <a:xfrm rot="3932945">
            <a:off x="10897064" y="3044279"/>
            <a:ext cx="63040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ymbol" panose="05050102010706020507" pitchFamily="18" charset="2"/>
              </a:rPr>
              <a:t>Diagrammes utilisés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4BB2444-754A-1527-E453-9EA339A8D795}"/>
              </a:ext>
            </a:extLst>
          </p:cNvPr>
          <p:cNvSpPr txBox="1"/>
          <p:nvPr/>
        </p:nvSpPr>
        <p:spPr>
          <a:xfrm>
            <a:off x="1843758" y="6853949"/>
            <a:ext cx="63040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latin typeface="Snap ITC" panose="04040A07060A02020202" pitchFamily="82" charset="0"/>
              </a:rPr>
              <a:t>Diagrammes utilisés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7DD61CE-24BD-D50F-305E-48DE173FD40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35476" y="-121599"/>
            <a:ext cx="6044612" cy="7014386"/>
          </a:xfrm>
          <a:prstGeom prst="rect">
            <a:avLst/>
          </a:prstGeom>
        </p:spPr>
      </p:pic>
      <p:pic>
        <p:nvPicPr>
          <p:cNvPr id="15" name="Graphique 14" descr="Cerveau dans une tête avec un remplissage uni">
            <a:extLst>
              <a:ext uri="{FF2B5EF4-FFF2-40B4-BE49-F238E27FC236}">
                <a16:creationId xmlns:a16="http://schemas.microsoft.com/office/drawing/2014/main" id="{B1DB0700-8ACF-F48F-DA80-C2FCBE20BE9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958" y="1585496"/>
            <a:ext cx="914400" cy="91440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26EDA7D-90E2-307A-9C33-D3018CE30325}"/>
              </a:ext>
            </a:extLst>
          </p:cNvPr>
          <p:cNvSpPr txBox="1"/>
          <p:nvPr/>
        </p:nvSpPr>
        <p:spPr>
          <a:xfrm>
            <a:off x="2945936" y="15716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Les différents rôles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C218368-247A-3DBD-402C-0923A3623AF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99002" y="3310596"/>
            <a:ext cx="4462796" cy="1259304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F1E95F9-E673-304B-57E6-EAC6AEB239A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9002" y="1206184"/>
            <a:ext cx="4462796" cy="211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30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721A-9BBB-D052-CF99-D883F3E3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DC6C90A-1C13-09E3-7963-A20E72655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906" y="1497035"/>
            <a:ext cx="12180831" cy="509311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115CCA1-35D9-862F-8D22-6B505A6A707C}"/>
              </a:ext>
            </a:extLst>
          </p:cNvPr>
          <p:cNvSpPr txBox="1"/>
          <p:nvPr/>
        </p:nvSpPr>
        <p:spPr>
          <a:xfrm>
            <a:off x="3031507" y="0"/>
            <a:ext cx="61289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latin typeface="Brush Script MT" panose="03060802040406070304" pitchFamily="66" charset="0"/>
              </a:rPr>
              <a:t>Merci de votre attention</a:t>
            </a:r>
          </a:p>
        </p:txBody>
      </p:sp>
      <p:sp>
        <p:nvSpPr>
          <p:cNvPr id="14" name="Cercle : creux 13">
            <a:extLst>
              <a:ext uri="{FF2B5EF4-FFF2-40B4-BE49-F238E27FC236}">
                <a16:creationId xmlns:a16="http://schemas.microsoft.com/office/drawing/2014/main" id="{748F675C-D9EC-12BA-A82C-06325CF0A217}"/>
              </a:ext>
            </a:extLst>
          </p:cNvPr>
          <p:cNvSpPr/>
          <p:nvPr/>
        </p:nvSpPr>
        <p:spPr>
          <a:xfrm rot="10800000">
            <a:off x="-1996633" y="1467091"/>
            <a:ext cx="3993265" cy="3923818"/>
          </a:xfrm>
          <a:prstGeom prst="donu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3" name="Graphique 2" descr="Livres sur une étagère avec un remplissage uni">
            <a:extLst>
              <a:ext uri="{FF2B5EF4-FFF2-40B4-BE49-F238E27FC236}">
                <a16:creationId xmlns:a16="http://schemas.microsoft.com/office/drawing/2014/main" id="{0E424B50-B67B-2FF8-F245-4331AAD43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715" y="1632155"/>
            <a:ext cx="914400" cy="914400"/>
          </a:xfrm>
          <a:prstGeom prst="rect">
            <a:avLst/>
          </a:prstGeom>
        </p:spPr>
      </p:pic>
      <p:pic>
        <p:nvPicPr>
          <p:cNvPr id="5" name="Graphique 4" descr="Informatique hébergé avec un remplissage uni">
            <a:extLst>
              <a:ext uri="{FF2B5EF4-FFF2-40B4-BE49-F238E27FC236}">
                <a16:creationId xmlns:a16="http://schemas.microsoft.com/office/drawing/2014/main" id="{491B6968-6E44-A084-6CDE-942136968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-1876079" y="2514600"/>
            <a:ext cx="914400" cy="914400"/>
          </a:xfrm>
          <a:prstGeom prst="rect">
            <a:avLst/>
          </a:prstGeom>
        </p:spPr>
      </p:pic>
      <p:pic>
        <p:nvPicPr>
          <p:cNvPr id="7" name="Graphique 6" descr="Ordinateur avec un remplissage uni">
            <a:extLst>
              <a:ext uri="{FF2B5EF4-FFF2-40B4-BE49-F238E27FC236}">
                <a16:creationId xmlns:a16="http://schemas.microsoft.com/office/drawing/2014/main" id="{7673EC41-6609-FE70-E929-3688216FF5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-929359" y="4358104"/>
            <a:ext cx="914400" cy="914400"/>
          </a:xfrm>
          <a:prstGeom prst="rect">
            <a:avLst/>
          </a:prstGeom>
        </p:spPr>
      </p:pic>
      <p:pic>
        <p:nvPicPr>
          <p:cNvPr id="10" name="Graphique 9" descr="Enveloppe avec un remplissage uni">
            <a:extLst>
              <a:ext uri="{FF2B5EF4-FFF2-40B4-BE49-F238E27FC236}">
                <a16:creationId xmlns:a16="http://schemas.microsoft.com/office/drawing/2014/main" id="{2E473E79-324E-DC67-68FA-D9A52D0F78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-1843759" y="3585912"/>
            <a:ext cx="914400" cy="914400"/>
          </a:xfrm>
          <a:prstGeom prst="rect">
            <a:avLst/>
          </a:prstGeom>
        </p:spPr>
      </p:pic>
      <p:sp>
        <p:nvSpPr>
          <p:cNvPr id="16" name="Arc plein 15">
            <a:extLst>
              <a:ext uri="{FF2B5EF4-FFF2-40B4-BE49-F238E27FC236}">
                <a16:creationId xmlns:a16="http://schemas.microsoft.com/office/drawing/2014/main" id="{02B8F96F-FD51-BE76-6FED-6D5B35B1DB5A}"/>
              </a:ext>
            </a:extLst>
          </p:cNvPr>
          <p:cNvSpPr/>
          <p:nvPr/>
        </p:nvSpPr>
        <p:spPr>
          <a:xfrm rot="1324638">
            <a:off x="-1996633" y="1467091"/>
            <a:ext cx="3993265" cy="3923818"/>
          </a:xfrm>
          <a:prstGeom prst="blockArc">
            <a:avLst>
              <a:gd name="adj1" fmla="val 18889740"/>
              <a:gd name="adj2" fmla="val 0"/>
              <a:gd name="adj3" fmla="val 25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6" name="Graphique 5" descr="Personne confuse avec un remplissage uni">
            <a:extLst>
              <a:ext uri="{FF2B5EF4-FFF2-40B4-BE49-F238E27FC236}">
                <a16:creationId xmlns:a16="http://schemas.microsoft.com/office/drawing/2014/main" id="{3174C681-7805-4B03-0B99-1357EBA31E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1367" y="3015205"/>
            <a:ext cx="914400" cy="914400"/>
          </a:xfrm>
          <a:prstGeom prst="rect">
            <a:avLst/>
          </a:prstGeom>
        </p:spPr>
      </p:pic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D529A252-D11D-999B-0AD0-D19DEE9C99ED}"/>
              </a:ext>
            </a:extLst>
          </p:cNvPr>
          <p:cNvSpPr/>
          <p:nvPr/>
        </p:nvSpPr>
        <p:spPr>
          <a:xfrm>
            <a:off x="2708187" y="1497035"/>
            <a:ext cx="9483813" cy="5360965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619351" y="2948881"/>
                </a:moveTo>
                <a:cubicBezTo>
                  <a:pt x="6697486" y="2982367"/>
                  <a:pt x="6754785" y="3019946"/>
                  <a:pt x="6791248" y="3061618"/>
                </a:cubicBezTo>
                <a:cubicBezTo>
                  <a:pt x="6827711" y="3103290"/>
                  <a:pt x="6845942" y="3151659"/>
                  <a:pt x="6845942" y="3206726"/>
                </a:cubicBezTo>
                <a:cubicBezTo>
                  <a:pt x="6845942" y="3251374"/>
                  <a:pt x="6833850" y="3291186"/>
                  <a:pt x="6809665" y="3326160"/>
                </a:cubicBezTo>
                <a:cubicBezTo>
                  <a:pt x="6785481" y="3361135"/>
                  <a:pt x="6757761" y="3378622"/>
                  <a:pt x="6726507" y="3378622"/>
                </a:cubicBezTo>
                <a:cubicBezTo>
                  <a:pt x="6704183" y="3378622"/>
                  <a:pt x="6679627" y="3374715"/>
                  <a:pt x="6652838" y="3366902"/>
                </a:cubicBezTo>
                <a:cubicBezTo>
                  <a:pt x="6626048" y="3359088"/>
                  <a:pt x="6600376" y="3348484"/>
                  <a:pt x="6575819" y="3335090"/>
                </a:cubicBezTo>
                <a:close/>
                <a:moveTo>
                  <a:pt x="8774828" y="2877443"/>
                </a:moveTo>
                <a:lnTo>
                  <a:pt x="8929982" y="3322811"/>
                </a:lnTo>
                <a:lnTo>
                  <a:pt x="8624140" y="3426619"/>
                </a:lnTo>
                <a:close/>
                <a:moveTo>
                  <a:pt x="7020071" y="2569369"/>
                </a:moveTo>
                <a:cubicBezTo>
                  <a:pt x="6983608" y="2569369"/>
                  <a:pt x="6941936" y="2571043"/>
                  <a:pt x="6895055" y="2574392"/>
                </a:cubicBezTo>
                <a:cubicBezTo>
                  <a:pt x="6848174" y="2577741"/>
                  <a:pt x="6791992" y="2583508"/>
                  <a:pt x="6726507" y="2591693"/>
                </a:cubicBezTo>
                <a:lnTo>
                  <a:pt x="5869257" y="2689920"/>
                </a:lnTo>
                <a:lnTo>
                  <a:pt x="6221980" y="2842841"/>
                </a:lnTo>
                <a:lnTo>
                  <a:pt x="6059013" y="4063975"/>
                </a:lnTo>
                <a:lnTo>
                  <a:pt x="5901627" y="4175596"/>
                </a:lnTo>
                <a:lnTo>
                  <a:pt x="6845942" y="4281636"/>
                </a:lnTo>
                <a:lnTo>
                  <a:pt x="6594795" y="4059511"/>
                </a:lnTo>
                <a:lnTo>
                  <a:pt x="6562424" y="3662139"/>
                </a:lnTo>
                <a:cubicBezTo>
                  <a:pt x="6581772" y="3665860"/>
                  <a:pt x="6600562" y="3669395"/>
                  <a:pt x="6618793" y="3672743"/>
                </a:cubicBezTo>
                <a:cubicBezTo>
                  <a:pt x="6637025" y="3676092"/>
                  <a:pt x="6654698" y="3678511"/>
                  <a:pt x="6671813" y="3679999"/>
                </a:cubicBezTo>
                <a:lnTo>
                  <a:pt x="7094857" y="4194572"/>
                </a:lnTo>
                <a:lnTo>
                  <a:pt x="7005560" y="4363120"/>
                </a:lnTo>
                <a:lnTo>
                  <a:pt x="7753421" y="4111972"/>
                </a:lnTo>
                <a:lnTo>
                  <a:pt x="7116065" y="3677766"/>
                </a:lnTo>
                <a:cubicBezTo>
                  <a:pt x="7312518" y="3642048"/>
                  <a:pt x="7460602" y="3577121"/>
                  <a:pt x="7560317" y="3482988"/>
                </a:cubicBezTo>
                <a:cubicBezTo>
                  <a:pt x="7660032" y="3388854"/>
                  <a:pt x="7709889" y="3267001"/>
                  <a:pt x="7709889" y="3117429"/>
                </a:cubicBezTo>
                <a:cubicBezTo>
                  <a:pt x="7709889" y="2937346"/>
                  <a:pt x="7651474" y="2800983"/>
                  <a:pt x="7534644" y="2708337"/>
                </a:cubicBezTo>
                <a:cubicBezTo>
                  <a:pt x="7417814" y="2615692"/>
                  <a:pt x="7246289" y="2569369"/>
                  <a:pt x="7020071" y="2569369"/>
                </a:cubicBezTo>
                <a:close/>
                <a:moveTo>
                  <a:pt x="8074964" y="2548161"/>
                </a:moveTo>
                <a:lnTo>
                  <a:pt x="8269185" y="2674293"/>
                </a:lnTo>
                <a:lnTo>
                  <a:pt x="7926508" y="4007049"/>
                </a:lnTo>
                <a:lnTo>
                  <a:pt x="7668664" y="4199037"/>
                </a:lnTo>
                <a:lnTo>
                  <a:pt x="8726832" y="4123135"/>
                </a:lnTo>
                <a:lnTo>
                  <a:pt x="8569446" y="4000351"/>
                </a:lnTo>
                <a:lnTo>
                  <a:pt x="8674370" y="3712369"/>
                </a:lnTo>
                <a:lnTo>
                  <a:pt x="9036022" y="3684464"/>
                </a:lnTo>
                <a:lnTo>
                  <a:pt x="9106343" y="3931146"/>
                </a:lnTo>
                <a:lnTo>
                  <a:pt x="8857428" y="4264893"/>
                </a:lnTo>
                <a:lnTo>
                  <a:pt x="9830764" y="3963516"/>
                </a:lnTo>
                <a:lnTo>
                  <a:pt x="9618684" y="3899892"/>
                </a:lnTo>
                <a:lnTo>
                  <a:pt x="9081786" y="2701082"/>
                </a:lnTo>
                <a:lnTo>
                  <a:pt x="9387628" y="2591693"/>
                </a:lnTo>
                <a:close/>
                <a:moveTo>
                  <a:pt x="3932036" y="2539231"/>
                </a:moveTo>
                <a:lnTo>
                  <a:pt x="2235396" y="2698849"/>
                </a:lnTo>
                <a:lnTo>
                  <a:pt x="2624953" y="2884140"/>
                </a:lnTo>
                <a:lnTo>
                  <a:pt x="2487660" y="4002584"/>
                </a:lnTo>
                <a:lnTo>
                  <a:pt x="2235396" y="4168899"/>
                </a:lnTo>
                <a:lnTo>
                  <a:pt x="3563686" y="4262661"/>
                </a:lnTo>
                <a:lnTo>
                  <a:pt x="3338212" y="4114205"/>
                </a:lnTo>
                <a:lnTo>
                  <a:pt x="3212081" y="3620840"/>
                </a:lnTo>
                <a:lnTo>
                  <a:pt x="3611684" y="3643164"/>
                </a:lnTo>
                <a:lnTo>
                  <a:pt x="3849437" y="3972446"/>
                </a:lnTo>
                <a:lnTo>
                  <a:pt x="3637357" y="3037061"/>
                </a:lnTo>
                <a:lnTo>
                  <a:pt x="3517922" y="3204493"/>
                </a:lnTo>
                <a:lnTo>
                  <a:pt x="3234404" y="3326160"/>
                </a:lnTo>
                <a:lnTo>
                  <a:pt x="3155153" y="2960043"/>
                </a:lnTo>
                <a:lnTo>
                  <a:pt x="3818183" y="2914278"/>
                </a:lnTo>
                <a:lnTo>
                  <a:pt x="4073795" y="3350717"/>
                </a:lnTo>
                <a:lnTo>
                  <a:pt x="3956165" y="2677353"/>
                </a:lnTo>
                <a:lnTo>
                  <a:pt x="4225079" y="2781449"/>
                </a:lnTo>
                <a:lnTo>
                  <a:pt x="4396976" y="4007049"/>
                </a:lnTo>
                <a:lnTo>
                  <a:pt x="3913656" y="4175596"/>
                </a:lnTo>
                <a:lnTo>
                  <a:pt x="5752055" y="4255964"/>
                </a:lnTo>
                <a:lnTo>
                  <a:pt x="5852514" y="3518148"/>
                </a:lnTo>
                <a:lnTo>
                  <a:pt x="5555602" y="3922217"/>
                </a:lnTo>
                <a:lnTo>
                  <a:pt x="4914897" y="3841849"/>
                </a:lnTo>
                <a:lnTo>
                  <a:pt x="5049959" y="3479081"/>
                </a:lnTo>
                <a:lnTo>
                  <a:pt x="5390403" y="3524846"/>
                </a:lnTo>
                <a:lnTo>
                  <a:pt x="5512070" y="3716834"/>
                </a:lnTo>
                <a:lnTo>
                  <a:pt x="5468538" y="2944416"/>
                </a:lnTo>
                <a:lnTo>
                  <a:pt x="5354684" y="3119661"/>
                </a:lnTo>
                <a:lnTo>
                  <a:pt x="4970708" y="3208958"/>
                </a:lnTo>
                <a:lnTo>
                  <a:pt x="5052192" y="2868514"/>
                </a:lnTo>
                <a:lnTo>
                  <a:pt x="5590205" y="2866281"/>
                </a:lnTo>
                <a:lnTo>
                  <a:pt x="5772147" y="3053805"/>
                </a:lnTo>
                <a:lnTo>
                  <a:pt x="5662758" y="2541464"/>
                </a:lnTo>
                <a:lnTo>
                  <a:pt x="3952823" y="265822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456DD52-07B5-D391-2A36-F70D0247F7F5}"/>
              </a:ext>
            </a:extLst>
          </p:cNvPr>
          <p:cNvCxnSpPr>
            <a:cxnSpLocks/>
          </p:cNvCxnSpPr>
          <p:nvPr/>
        </p:nvCxnSpPr>
        <p:spPr>
          <a:xfrm flipH="1">
            <a:off x="8229600" y="1306270"/>
            <a:ext cx="2560320" cy="2201825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8A523FC-90FB-220F-9933-AD16337D768C}"/>
              </a:ext>
            </a:extLst>
          </p:cNvPr>
          <p:cNvCxnSpPr/>
          <p:nvPr/>
        </p:nvCxnSpPr>
        <p:spPr>
          <a:xfrm flipH="1">
            <a:off x="8453120" y="1452880"/>
            <a:ext cx="2550160" cy="2128520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E7727FB-8571-7501-339C-0F3FE45CFC92}"/>
              </a:ext>
            </a:extLst>
          </p:cNvPr>
          <p:cNvCxnSpPr>
            <a:cxnSpLocks/>
          </p:cNvCxnSpPr>
          <p:nvPr/>
        </p:nvCxnSpPr>
        <p:spPr>
          <a:xfrm flipH="1">
            <a:off x="8605520" y="507831"/>
            <a:ext cx="3738880" cy="3162694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3E02BBE-EF4C-3E2D-CD34-AF4B3A029419}"/>
              </a:ext>
            </a:extLst>
          </p:cNvPr>
          <p:cNvCxnSpPr>
            <a:cxnSpLocks/>
          </p:cNvCxnSpPr>
          <p:nvPr/>
        </p:nvCxnSpPr>
        <p:spPr>
          <a:xfrm flipH="1">
            <a:off x="8529320" y="1363755"/>
            <a:ext cx="2494280" cy="2144340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52170D7D-4350-86CF-2413-2B377D08A0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4602" y="8962412"/>
            <a:ext cx="4462796" cy="125930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9212635-C1B3-E5F9-B2F7-2D1E993E21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64602" y="6858000"/>
            <a:ext cx="4462796" cy="211395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95BF97AC-AB1E-6553-24E4-0D1CF2C4D109}"/>
              </a:ext>
            </a:extLst>
          </p:cNvPr>
          <p:cNvSpPr txBox="1"/>
          <p:nvPr/>
        </p:nvSpPr>
        <p:spPr>
          <a:xfrm>
            <a:off x="3031507" y="6902155"/>
            <a:ext cx="63001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latin typeface="Algerian" panose="04020705040A02060702" pitchFamily="82" charset="0"/>
              </a:rPr>
              <a:t>Les différents rôles</a:t>
            </a:r>
          </a:p>
        </p:txBody>
      </p:sp>
    </p:spTree>
    <p:extLst>
      <p:ext uri="{BB962C8B-B14F-4D97-AF65-F5344CB8AC3E}">
        <p14:creationId xmlns:p14="http://schemas.microsoft.com/office/powerpoint/2010/main" val="3114214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ecteu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247</Words>
  <Application>Microsoft Office PowerPoint</Application>
  <PresentationFormat>Grand écran</PresentationFormat>
  <Paragraphs>114</Paragraphs>
  <Slides>26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6" baseType="lpstr">
      <vt:lpstr>Algerian</vt:lpstr>
      <vt:lpstr>Brush Script MT</vt:lpstr>
      <vt:lpstr>Calibri</vt:lpstr>
      <vt:lpstr>Century Gothic</vt:lpstr>
      <vt:lpstr>Matura MT Script Capitals</vt:lpstr>
      <vt:lpstr>Pristina</vt:lpstr>
      <vt:lpstr>Snap ITC</vt:lpstr>
      <vt:lpstr>Symbol</vt:lpstr>
      <vt:lpstr>Wingdings 3</vt:lpstr>
      <vt:lpstr>Secteur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Vatea RAINAUD</dc:creator>
  <cp:lastModifiedBy>Vatea RAINAUD</cp:lastModifiedBy>
  <cp:revision>3</cp:revision>
  <dcterms:created xsi:type="dcterms:W3CDTF">2025-11-22T18:39:34Z</dcterms:created>
  <dcterms:modified xsi:type="dcterms:W3CDTF">2025-11-26T00:32:18Z</dcterms:modified>
</cp:coreProperties>
</file>