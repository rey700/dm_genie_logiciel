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63" r:id="rId5"/>
    <p:sldId id="264" r:id="rId6"/>
    <p:sldId id="265" r:id="rId7"/>
    <p:sldId id="266" r:id="rId8"/>
    <p:sldId id="259" r:id="rId9"/>
    <p:sldId id="267" r:id="rId10"/>
    <p:sldId id="268" r:id="rId11"/>
    <p:sldId id="269" r:id="rId12"/>
    <p:sldId id="260" r:id="rId13"/>
    <p:sldId id="270" r:id="rId14"/>
    <p:sldId id="271" r:id="rId15"/>
    <p:sldId id="272" r:id="rId16"/>
    <p:sldId id="273" r:id="rId17"/>
    <p:sldId id="274" r:id="rId18"/>
    <p:sldId id="261" r:id="rId19"/>
    <p:sldId id="275" r:id="rId20"/>
    <p:sldId id="276" r:id="rId21"/>
    <p:sldId id="277" r:id="rId22"/>
    <p:sldId id="278" r:id="rId23"/>
    <p:sldId id="262" r:id="rId2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3987" autoAdjust="0"/>
  </p:normalViewPr>
  <p:slideViewPr>
    <p:cSldViewPr snapToGrid="0">
      <p:cViewPr varScale="1">
        <p:scale>
          <a:sx n="75" d="100"/>
          <a:sy n="75" d="100"/>
        </p:scale>
        <p:origin x="974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42920EA-9BC6-4130-861D-9C38F16AF96D}" type="datetimeFigureOut">
              <a:rPr lang="fr-FR" smtClean="0"/>
              <a:t>25/11/2025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FE61EF1-D225-48D2-A6F1-B944C75F6B7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818563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E61EF1-D225-48D2-A6F1-B944C75F6B77}" type="slidenum">
              <a:rPr lang="fr-FR" smtClean="0"/>
              <a:t>18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7129866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0A4C9C-9A09-F44D-40D2-47B034A711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A1F570CE-188A-1AC4-B1B7-B6A228CC5D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2FBE0DFE-2B7B-0DFC-27DF-042BE664C0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4506F3A6-264D-1886-FB59-2BD44EEAF5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E61EF1-D225-48D2-A6F1-B944C75F6B77}" type="slidenum">
              <a:rPr lang="fr-FR" smtClean="0"/>
              <a:t>19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4003136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2DD48F-8B98-D6CA-0328-77111019F4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CEE95401-02F4-9AA8-2ED5-BB5E702A332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0C29F5C6-7AD3-2B41-2AF0-88DF55DE0D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C3CDDE0A-1CEF-F960-9B58-0DD0564D3A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E61EF1-D225-48D2-A6F1-B944C75F6B77}" type="slidenum">
              <a:rPr lang="fr-FR" smtClean="0"/>
              <a:t>20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7336311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9F786D-BC96-FE83-053B-0FBF055450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BE871D93-8FBE-C610-C3D1-6665305C3F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A31BEE1B-F3F1-E97E-B734-BA03E15DE1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A4834DC4-63DC-2482-356A-3A81A6DEC1C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E61EF1-D225-48D2-A6F1-B944C75F6B77}" type="slidenum">
              <a:rPr lang="fr-FR" smtClean="0"/>
              <a:t>21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2441872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336AB1-115F-9A54-7B31-2D3C061D6F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A268B054-588E-B0AF-091F-0E5B249F1E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AAB840A8-ECBF-770F-506C-A3508A06F5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F107C734-313F-0BA3-ACD5-5C1B2FB8B9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E61EF1-D225-48D2-A6F1-B944C75F6B77}" type="slidenum">
              <a:rPr lang="fr-FR" smtClean="0"/>
              <a:t>22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6888132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4212" y="685799"/>
            <a:ext cx="8001000" cy="2971801"/>
          </a:xfrm>
        </p:spPr>
        <p:txBody>
          <a:bodyPr anchor="b">
            <a:normAutofit/>
          </a:bodyPr>
          <a:lstStyle>
            <a:lvl1pPr algn="l">
              <a:defRPr sz="4800">
                <a:effectLst/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4212" y="3843867"/>
            <a:ext cx="6400800" cy="1947333"/>
          </a:xfrm>
        </p:spPr>
        <p:txBody>
          <a:bodyPr anchor="t">
            <a:normAutofit/>
          </a:bodyPr>
          <a:lstStyle>
            <a:lvl1pPr marL="0" indent="0" algn="l">
              <a:buNone/>
              <a:defRPr sz="21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11/25/2025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  <p:cxnSp>
        <p:nvCxnSpPr>
          <p:cNvPr id="16" name="Straight Connector 15"/>
          <p:cNvCxnSpPr/>
          <p:nvPr/>
        </p:nvCxnSpPr>
        <p:spPr>
          <a:xfrm flipH="1">
            <a:off x="8228012" y="8467"/>
            <a:ext cx="3810000" cy="3810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 flipH="1">
            <a:off x="6108170" y="91545"/>
            <a:ext cx="6080655" cy="608065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/>
        </p:nvCxnSpPr>
        <p:spPr>
          <a:xfrm flipH="1">
            <a:off x="7235825" y="228600"/>
            <a:ext cx="4953000" cy="4953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 flipH="1">
            <a:off x="7335837" y="32278"/>
            <a:ext cx="4852989" cy="485298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H="1">
            <a:off x="7845426" y="609601"/>
            <a:ext cx="4343399" cy="434339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11/25/2025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1" y="2006600"/>
            <a:ext cx="8534401" cy="2281600"/>
          </a:xfrm>
        </p:spPr>
        <p:txBody>
          <a:bodyPr anchor="b">
            <a:normAutofit/>
          </a:bodyPr>
          <a:lstStyle>
            <a:lvl1pPr algn="l">
              <a:defRPr sz="3600" b="0" cap="all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495800"/>
            <a:ext cx="8534400" cy="14986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11/25/2025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4211" y="685800"/>
            <a:ext cx="4937655" cy="3615267"/>
          </a:xfrm>
        </p:spPr>
        <p:txBody>
          <a:bodyPr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08133" y="685801"/>
            <a:ext cx="4934479" cy="3615266"/>
          </a:xfrm>
        </p:spPr>
        <p:txBody>
          <a:bodyPr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11/25/2025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2080" y="685800"/>
            <a:ext cx="4649787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4211" y="1270529"/>
            <a:ext cx="4937655" cy="3030538"/>
          </a:xfrm>
        </p:spPr>
        <p:txBody>
          <a:bodyPr anchor="t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79066" y="685800"/>
            <a:ext cx="466513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06545" y="1262062"/>
            <a:ext cx="4929188" cy="3030538"/>
          </a:xfrm>
        </p:spPr>
        <p:txBody>
          <a:bodyPr anchor="t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11/25/2025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11/25/2025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11/25/2025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5012" y="685800"/>
            <a:ext cx="3657600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4212" y="685800"/>
            <a:ext cx="5943601" cy="5308600"/>
          </a:xfrm>
        </p:spPr>
        <p:txBody>
          <a:bodyPr anchor="ctr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085012" y="2209799"/>
            <a:ext cx="3657600" cy="2091267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11/25/2025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2812" y="1447800"/>
            <a:ext cx="6019800" cy="11430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89012" y="914400"/>
            <a:ext cx="3280974" cy="45720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2812" y="2777066"/>
            <a:ext cx="6021388" cy="2048933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11/25/2025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 panoramiqu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3"/>
          </p:nvPr>
        </p:nvSpPr>
        <p:spPr>
          <a:xfrm>
            <a:off x="685800" y="533400"/>
            <a:ext cx="10818812" cy="31242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16" name="Text Placeholder 9"/>
          <p:cNvSpPr>
            <a:spLocks noGrp="1"/>
          </p:cNvSpPr>
          <p:nvPr>
            <p:ph type="body" sz="quarter" idx="14"/>
          </p:nvPr>
        </p:nvSpPr>
        <p:spPr>
          <a:xfrm>
            <a:off x="914402" y="3843867"/>
            <a:ext cx="8304210" cy="457200"/>
          </a:xfrm>
        </p:spPr>
        <p:txBody>
          <a:bodyPr anchor="t">
            <a:normAutofit/>
          </a:bodyPr>
          <a:lstStyle>
            <a:lvl1pPr marL="0" indent="0">
              <a:buFontTx/>
              <a:buNone/>
              <a:defRPr sz="16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11/25/2025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et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4114800"/>
            <a:ext cx="8535988" cy="18796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11/25/2025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tion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85800"/>
            <a:ext cx="9144001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46212" y="3429000"/>
            <a:ext cx="8534400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301067"/>
            <a:ext cx="8534400" cy="1684865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11/25/2025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  <p:sp>
        <p:nvSpPr>
          <p:cNvPr id="14" name="TextBox 13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e n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2" y="3429000"/>
            <a:ext cx="8534400" cy="16974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5132981"/>
            <a:ext cx="8535990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11/25/2025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e nom cit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85800"/>
            <a:ext cx="9144000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1" cy="1049866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fr-FR"/>
              <a:t>Cliquez pour modifier les styles du texte du masque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978400"/>
            <a:ext cx="8534401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11/25/2025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  <p:sp>
        <p:nvSpPr>
          <p:cNvPr id="11" name="TextBox 10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rai ou fau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fr-FR"/>
              <a:t>Cliquez pour modifier les styles du texte du masque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766732"/>
            <a:ext cx="8534401" cy="12276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11/25/2025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11/25/2025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85212" y="685800"/>
            <a:ext cx="2057400" cy="4572000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685800"/>
            <a:ext cx="7823200" cy="5308600"/>
          </a:xfrm>
        </p:spPr>
        <p:txBody>
          <a:bodyPr vert="eaVert" anchor="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11/25/2025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9206969" y="2963333"/>
            <a:ext cx="2981858" cy="3208867"/>
            <a:chOff x="9206969" y="2963333"/>
            <a:chExt cx="2981858" cy="3208867"/>
          </a:xfrm>
        </p:grpSpPr>
        <p:cxnSp>
          <p:nvCxnSpPr>
            <p:cNvPr id="8" name="Straight Connector 7"/>
            <p:cNvCxnSpPr/>
            <p:nvPr/>
          </p:nvCxnSpPr>
          <p:spPr>
            <a:xfrm flipH="1">
              <a:off x="11276012" y="2963333"/>
              <a:ext cx="912814" cy="912812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 flipH="1">
              <a:off x="9206969" y="3190344"/>
              <a:ext cx="2981857" cy="2981856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>
            <a:xfrm flipH="1">
              <a:off x="10292292" y="3285067"/>
              <a:ext cx="1896534" cy="1896533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>
            <a:xfrm flipH="1">
              <a:off x="10443103" y="3131080"/>
              <a:ext cx="1745722" cy="174572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 flipH="1">
              <a:off x="10918826" y="3683001"/>
              <a:ext cx="1270001" cy="126999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4212" y="4487332"/>
            <a:ext cx="8534400" cy="15070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685800"/>
            <a:ext cx="8534400" cy="361526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B61BEF0D-F0BB-DE4B-95CE-6DB70DBA9567}" type="datetimeFigureOut">
              <a:rPr lang="en-US" dirty="0"/>
              <a:pPr/>
              <a:t>11/25/2025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63200" y="5578475"/>
            <a:ext cx="1142245" cy="669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32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0" r:id="rId9"/>
    <p:sldLayoutId id="2147483668" r:id="rId10"/>
    <p:sldLayoutId id="2147483663" r:id="rId11"/>
    <p:sldLayoutId id="2147483664" r:id="rId12"/>
    <p:sldLayoutId id="2147483665" r:id="rId13"/>
    <p:sldLayoutId id="2147483666" r:id="rId14"/>
    <p:sldLayoutId id="2147483667" r:id="rId15"/>
    <p:sldLayoutId id="2147483658" r:id="rId16"/>
    <p:sldLayoutId id="2147483659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20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8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6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10" Type="http://schemas.openxmlformats.org/officeDocument/2006/relationships/image" Target="../media/image9.svg"/><Relationship Id="rId4" Type="http://schemas.openxmlformats.org/officeDocument/2006/relationships/image" Target="../media/image3.sv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10" Type="http://schemas.openxmlformats.org/officeDocument/2006/relationships/image" Target="../media/image9.svg"/><Relationship Id="rId4" Type="http://schemas.openxmlformats.org/officeDocument/2006/relationships/image" Target="../media/image3.svg"/><Relationship Id="rId9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11" Type="http://schemas.openxmlformats.org/officeDocument/2006/relationships/image" Target="../media/image10.jpg"/><Relationship Id="rId5" Type="http://schemas.openxmlformats.org/officeDocument/2006/relationships/image" Target="../media/image4.png"/><Relationship Id="rId10" Type="http://schemas.openxmlformats.org/officeDocument/2006/relationships/image" Target="../media/image9.svg"/><Relationship Id="rId4" Type="http://schemas.openxmlformats.org/officeDocument/2006/relationships/image" Target="../media/image3.svg"/><Relationship Id="rId9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11" Type="http://schemas.openxmlformats.org/officeDocument/2006/relationships/image" Target="../media/image10.jpg"/><Relationship Id="rId5" Type="http://schemas.openxmlformats.org/officeDocument/2006/relationships/image" Target="../media/image4.png"/><Relationship Id="rId10" Type="http://schemas.openxmlformats.org/officeDocument/2006/relationships/image" Target="../media/image9.svg"/><Relationship Id="rId4" Type="http://schemas.openxmlformats.org/officeDocument/2006/relationships/image" Target="../media/image3.svg"/><Relationship Id="rId9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11" Type="http://schemas.openxmlformats.org/officeDocument/2006/relationships/image" Target="../media/image10.jpg"/><Relationship Id="rId5" Type="http://schemas.openxmlformats.org/officeDocument/2006/relationships/image" Target="../media/image4.png"/><Relationship Id="rId10" Type="http://schemas.openxmlformats.org/officeDocument/2006/relationships/image" Target="../media/image9.svg"/><Relationship Id="rId4" Type="http://schemas.openxmlformats.org/officeDocument/2006/relationships/image" Target="../media/image3.svg"/><Relationship Id="rId9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11" Type="http://schemas.openxmlformats.org/officeDocument/2006/relationships/image" Target="../media/image10.jpg"/><Relationship Id="rId5" Type="http://schemas.openxmlformats.org/officeDocument/2006/relationships/image" Target="../media/image4.png"/><Relationship Id="rId10" Type="http://schemas.openxmlformats.org/officeDocument/2006/relationships/image" Target="../media/image9.svg"/><Relationship Id="rId4" Type="http://schemas.openxmlformats.org/officeDocument/2006/relationships/image" Target="../media/image3.svg"/><Relationship Id="rId9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11" Type="http://schemas.openxmlformats.org/officeDocument/2006/relationships/image" Target="../media/image10.jpg"/><Relationship Id="rId5" Type="http://schemas.openxmlformats.org/officeDocument/2006/relationships/image" Target="../media/image4.png"/><Relationship Id="rId10" Type="http://schemas.openxmlformats.org/officeDocument/2006/relationships/image" Target="../media/image9.svg"/><Relationship Id="rId4" Type="http://schemas.openxmlformats.org/officeDocument/2006/relationships/image" Target="../media/image3.svg"/><Relationship Id="rId9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svg"/><Relationship Id="rId7" Type="http://schemas.openxmlformats.org/officeDocument/2006/relationships/image" Target="../media/image7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11" Type="http://schemas.openxmlformats.org/officeDocument/2006/relationships/image" Target="../media/image11.jpg"/><Relationship Id="rId5" Type="http://schemas.openxmlformats.org/officeDocument/2006/relationships/image" Target="../media/image5.svg"/><Relationship Id="rId10" Type="http://schemas.openxmlformats.org/officeDocument/2006/relationships/image" Target="../media/image10.jpg"/><Relationship Id="rId4" Type="http://schemas.openxmlformats.org/officeDocument/2006/relationships/image" Target="../media/image4.png"/><Relationship Id="rId9" Type="http://schemas.openxmlformats.org/officeDocument/2006/relationships/image" Target="../media/image9.sv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svg"/><Relationship Id="rId7" Type="http://schemas.openxmlformats.org/officeDocument/2006/relationships/image" Target="../media/image7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11" Type="http://schemas.openxmlformats.org/officeDocument/2006/relationships/image" Target="../media/image11.jpg"/><Relationship Id="rId5" Type="http://schemas.openxmlformats.org/officeDocument/2006/relationships/image" Target="../media/image5.svg"/><Relationship Id="rId10" Type="http://schemas.openxmlformats.org/officeDocument/2006/relationships/image" Target="../media/image12.jpg"/><Relationship Id="rId4" Type="http://schemas.openxmlformats.org/officeDocument/2006/relationships/image" Target="../media/image4.png"/><Relationship Id="rId9" Type="http://schemas.openxmlformats.org/officeDocument/2006/relationships/image" Target="../media/image9.sv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svg"/><Relationship Id="rId7" Type="http://schemas.openxmlformats.org/officeDocument/2006/relationships/image" Target="../media/image7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11" Type="http://schemas.openxmlformats.org/officeDocument/2006/relationships/image" Target="../media/image11.jpg"/><Relationship Id="rId5" Type="http://schemas.openxmlformats.org/officeDocument/2006/relationships/image" Target="../media/image5.svg"/><Relationship Id="rId10" Type="http://schemas.openxmlformats.org/officeDocument/2006/relationships/image" Target="../media/image12.jpg"/><Relationship Id="rId4" Type="http://schemas.openxmlformats.org/officeDocument/2006/relationships/image" Target="../media/image4.png"/><Relationship Id="rId9" Type="http://schemas.openxmlformats.org/officeDocument/2006/relationships/image" Target="../media/image9.sv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11" Type="http://schemas.openxmlformats.org/officeDocument/2006/relationships/image" Target="../media/image12.jpg"/><Relationship Id="rId5" Type="http://schemas.openxmlformats.org/officeDocument/2006/relationships/image" Target="../media/image4.png"/><Relationship Id="rId10" Type="http://schemas.openxmlformats.org/officeDocument/2006/relationships/image" Target="../media/image9.svg"/><Relationship Id="rId4" Type="http://schemas.openxmlformats.org/officeDocument/2006/relationships/image" Target="../media/image3.svg"/><Relationship Id="rId9" Type="http://schemas.openxmlformats.org/officeDocument/2006/relationships/image" Target="../media/image8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3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11" Type="http://schemas.openxmlformats.org/officeDocument/2006/relationships/image" Target="../media/image12.jpg"/><Relationship Id="rId5" Type="http://schemas.openxmlformats.org/officeDocument/2006/relationships/image" Target="../media/image4.png"/><Relationship Id="rId10" Type="http://schemas.openxmlformats.org/officeDocument/2006/relationships/image" Target="../media/image9.svg"/><Relationship Id="rId4" Type="http://schemas.openxmlformats.org/officeDocument/2006/relationships/image" Target="../media/image3.svg"/><Relationship Id="rId9" Type="http://schemas.openxmlformats.org/officeDocument/2006/relationships/image" Target="../media/image8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3.jpg"/><Relationship Id="rId3" Type="http://schemas.openxmlformats.org/officeDocument/2006/relationships/image" Target="../media/image1.jpg"/><Relationship Id="rId7" Type="http://schemas.openxmlformats.org/officeDocument/2006/relationships/image" Target="../media/image5.svg"/><Relationship Id="rId12" Type="http://schemas.openxmlformats.org/officeDocument/2006/relationships/image" Target="../media/image12.jp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svg"/><Relationship Id="rId5" Type="http://schemas.openxmlformats.org/officeDocument/2006/relationships/image" Target="../media/image3.sv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sv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3.jpg"/><Relationship Id="rId3" Type="http://schemas.openxmlformats.org/officeDocument/2006/relationships/image" Target="../media/image1.jpg"/><Relationship Id="rId7" Type="http://schemas.openxmlformats.org/officeDocument/2006/relationships/image" Target="../media/image5.svg"/><Relationship Id="rId12" Type="http://schemas.openxmlformats.org/officeDocument/2006/relationships/image" Target="../media/image12.jp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svg"/><Relationship Id="rId5" Type="http://schemas.openxmlformats.org/officeDocument/2006/relationships/image" Target="../media/image3.sv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sv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3.jpg"/><Relationship Id="rId3" Type="http://schemas.openxmlformats.org/officeDocument/2006/relationships/image" Target="../media/image1.jpg"/><Relationship Id="rId7" Type="http://schemas.openxmlformats.org/officeDocument/2006/relationships/image" Target="../media/image5.svg"/><Relationship Id="rId12" Type="http://schemas.openxmlformats.org/officeDocument/2006/relationships/image" Target="../media/image12.jp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svg"/><Relationship Id="rId5" Type="http://schemas.openxmlformats.org/officeDocument/2006/relationships/image" Target="../media/image3.sv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sv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5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11" Type="http://schemas.openxmlformats.org/officeDocument/2006/relationships/image" Target="../media/image12.jpg"/><Relationship Id="rId5" Type="http://schemas.openxmlformats.org/officeDocument/2006/relationships/image" Target="../media/image4.png"/><Relationship Id="rId10" Type="http://schemas.openxmlformats.org/officeDocument/2006/relationships/image" Target="../media/image9.svg"/><Relationship Id="rId4" Type="http://schemas.openxmlformats.org/officeDocument/2006/relationships/image" Target="../media/image3.svg"/><Relationship Id="rId9" Type="http://schemas.openxmlformats.org/officeDocument/2006/relationships/image" Target="../media/image8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svg"/><Relationship Id="rId7" Type="http://schemas.openxmlformats.org/officeDocument/2006/relationships/image" Target="../media/image7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svg"/><Relationship Id="rId10" Type="http://schemas.openxmlformats.org/officeDocument/2006/relationships/image" Target="../media/image15.jpg"/><Relationship Id="rId4" Type="http://schemas.openxmlformats.org/officeDocument/2006/relationships/image" Target="../media/image4.png"/><Relationship Id="rId9" Type="http://schemas.openxmlformats.org/officeDocument/2006/relationships/image" Target="../media/image9.sv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13" Type="http://schemas.openxmlformats.org/officeDocument/2006/relationships/image" Target="../media/image15.jp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7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11" Type="http://schemas.openxmlformats.org/officeDocument/2006/relationships/image" Target="../media/image16.png"/><Relationship Id="rId5" Type="http://schemas.openxmlformats.org/officeDocument/2006/relationships/image" Target="../media/image4.png"/><Relationship Id="rId10" Type="http://schemas.openxmlformats.org/officeDocument/2006/relationships/image" Target="../media/image9.svg"/><Relationship Id="rId4" Type="http://schemas.openxmlformats.org/officeDocument/2006/relationships/image" Target="../media/image3.svg"/><Relationship Id="rId9" Type="http://schemas.openxmlformats.org/officeDocument/2006/relationships/image" Target="../media/image8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13" Type="http://schemas.openxmlformats.org/officeDocument/2006/relationships/image" Target="../media/image15.jp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7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11" Type="http://schemas.openxmlformats.org/officeDocument/2006/relationships/image" Target="../media/image16.png"/><Relationship Id="rId5" Type="http://schemas.openxmlformats.org/officeDocument/2006/relationships/image" Target="../media/image4.png"/><Relationship Id="rId10" Type="http://schemas.openxmlformats.org/officeDocument/2006/relationships/image" Target="../media/image9.svg"/><Relationship Id="rId4" Type="http://schemas.openxmlformats.org/officeDocument/2006/relationships/image" Target="../media/image3.svg"/><Relationship Id="rId9" Type="http://schemas.openxmlformats.org/officeDocument/2006/relationships/image" Target="../media/image8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13" Type="http://schemas.openxmlformats.org/officeDocument/2006/relationships/image" Target="../media/image15.jp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7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11" Type="http://schemas.openxmlformats.org/officeDocument/2006/relationships/image" Target="../media/image16.png"/><Relationship Id="rId5" Type="http://schemas.openxmlformats.org/officeDocument/2006/relationships/image" Target="../media/image4.png"/><Relationship Id="rId10" Type="http://schemas.openxmlformats.org/officeDocument/2006/relationships/image" Target="../media/image9.svg"/><Relationship Id="rId4" Type="http://schemas.openxmlformats.org/officeDocument/2006/relationships/image" Target="../media/image3.svg"/><Relationship Id="rId9" Type="http://schemas.openxmlformats.org/officeDocument/2006/relationships/image" Target="../media/image8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13" Type="http://schemas.openxmlformats.org/officeDocument/2006/relationships/image" Target="../media/image15.jp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7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11" Type="http://schemas.openxmlformats.org/officeDocument/2006/relationships/image" Target="../media/image16.png"/><Relationship Id="rId5" Type="http://schemas.openxmlformats.org/officeDocument/2006/relationships/image" Target="../media/image4.png"/><Relationship Id="rId15" Type="http://schemas.openxmlformats.org/officeDocument/2006/relationships/image" Target="../media/image19.png"/><Relationship Id="rId10" Type="http://schemas.openxmlformats.org/officeDocument/2006/relationships/image" Target="../media/image9.svg"/><Relationship Id="rId4" Type="http://schemas.openxmlformats.org/officeDocument/2006/relationships/image" Target="../media/image3.svg"/><Relationship Id="rId9" Type="http://schemas.openxmlformats.org/officeDocument/2006/relationships/image" Target="../media/image8.png"/><Relationship Id="rId14" Type="http://schemas.openxmlformats.org/officeDocument/2006/relationships/image" Target="../media/image18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13" Type="http://schemas.openxmlformats.org/officeDocument/2006/relationships/image" Target="../media/image15.jp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7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11" Type="http://schemas.openxmlformats.org/officeDocument/2006/relationships/image" Target="../media/image16.png"/><Relationship Id="rId5" Type="http://schemas.openxmlformats.org/officeDocument/2006/relationships/image" Target="../media/image4.png"/><Relationship Id="rId15" Type="http://schemas.openxmlformats.org/officeDocument/2006/relationships/image" Target="../media/image19.png"/><Relationship Id="rId10" Type="http://schemas.openxmlformats.org/officeDocument/2006/relationships/image" Target="../media/image9.svg"/><Relationship Id="rId4" Type="http://schemas.openxmlformats.org/officeDocument/2006/relationships/image" Target="../media/image3.svg"/><Relationship Id="rId9" Type="http://schemas.openxmlformats.org/officeDocument/2006/relationships/image" Target="../media/image8.png"/><Relationship Id="rId14" Type="http://schemas.openxmlformats.org/officeDocument/2006/relationships/image" Target="../media/image18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7.sv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11" Type="http://schemas.openxmlformats.org/officeDocument/2006/relationships/image" Target="../media/image16.png"/><Relationship Id="rId5" Type="http://schemas.openxmlformats.org/officeDocument/2006/relationships/image" Target="../media/image4.png"/><Relationship Id="rId10" Type="http://schemas.openxmlformats.org/officeDocument/2006/relationships/image" Target="../media/image9.svg"/><Relationship Id="rId4" Type="http://schemas.openxmlformats.org/officeDocument/2006/relationships/image" Target="../media/image3.sv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7">
            <a:extLst>
              <a:ext uri="{FF2B5EF4-FFF2-40B4-BE49-F238E27FC236}">
                <a16:creationId xmlns:a16="http://schemas.microsoft.com/office/drawing/2014/main" id="{D9070D2D-A642-2437-90C0-D881907A07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69" y="882445"/>
            <a:ext cx="12180831" cy="5093110"/>
          </a:xfrm>
          <a:prstGeom prst="rect">
            <a:avLst/>
          </a:prstGeom>
        </p:spPr>
      </p:pic>
      <p:sp>
        <p:nvSpPr>
          <p:cNvPr id="11" name="Forme libre : forme 10">
            <a:extLst>
              <a:ext uri="{FF2B5EF4-FFF2-40B4-BE49-F238E27FC236}">
                <a16:creationId xmlns:a16="http://schemas.microsoft.com/office/drawing/2014/main" id="{52F8DE68-5858-D907-E47D-713C2D3AAAA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6619351" y="2948881"/>
                </a:moveTo>
                <a:cubicBezTo>
                  <a:pt x="6697486" y="2982367"/>
                  <a:pt x="6754785" y="3019946"/>
                  <a:pt x="6791248" y="3061618"/>
                </a:cubicBezTo>
                <a:cubicBezTo>
                  <a:pt x="6827711" y="3103290"/>
                  <a:pt x="6845942" y="3151659"/>
                  <a:pt x="6845942" y="3206726"/>
                </a:cubicBezTo>
                <a:cubicBezTo>
                  <a:pt x="6845942" y="3251374"/>
                  <a:pt x="6833850" y="3291186"/>
                  <a:pt x="6809665" y="3326160"/>
                </a:cubicBezTo>
                <a:cubicBezTo>
                  <a:pt x="6785481" y="3361135"/>
                  <a:pt x="6757761" y="3378622"/>
                  <a:pt x="6726507" y="3378622"/>
                </a:cubicBezTo>
                <a:cubicBezTo>
                  <a:pt x="6704183" y="3378622"/>
                  <a:pt x="6679627" y="3374715"/>
                  <a:pt x="6652838" y="3366902"/>
                </a:cubicBezTo>
                <a:cubicBezTo>
                  <a:pt x="6626048" y="3359088"/>
                  <a:pt x="6600376" y="3348484"/>
                  <a:pt x="6575819" y="3335090"/>
                </a:cubicBezTo>
                <a:close/>
                <a:moveTo>
                  <a:pt x="8774828" y="2877443"/>
                </a:moveTo>
                <a:lnTo>
                  <a:pt x="8929982" y="3322811"/>
                </a:lnTo>
                <a:lnTo>
                  <a:pt x="8624140" y="3426619"/>
                </a:lnTo>
                <a:close/>
                <a:moveTo>
                  <a:pt x="7020071" y="2569369"/>
                </a:moveTo>
                <a:cubicBezTo>
                  <a:pt x="6983608" y="2569369"/>
                  <a:pt x="6941936" y="2571043"/>
                  <a:pt x="6895055" y="2574392"/>
                </a:cubicBezTo>
                <a:cubicBezTo>
                  <a:pt x="6848174" y="2577741"/>
                  <a:pt x="6791992" y="2583508"/>
                  <a:pt x="6726507" y="2591693"/>
                </a:cubicBezTo>
                <a:lnTo>
                  <a:pt x="5869257" y="2689920"/>
                </a:lnTo>
                <a:lnTo>
                  <a:pt x="6221980" y="2842841"/>
                </a:lnTo>
                <a:lnTo>
                  <a:pt x="6059013" y="4063975"/>
                </a:lnTo>
                <a:lnTo>
                  <a:pt x="5901627" y="4175596"/>
                </a:lnTo>
                <a:lnTo>
                  <a:pt x="6845942" y="4281636"/>
                </a:lnTo>
                <a:lnTo>
                  <a:pt x="6594795" y="4059511"/>
                </a:lnTo>
                <a:lnTo>
                  <a:pt x="6562424" y="3662139"/>
                </a:lnTo>
                <a:cubicBezTo>
                  <a:pt x="6581772" y="3665860"/>
                  <a:pt x="6600562" y="3669395"/>
                  <a:pt x="6618793" y="3672743"/>
                </a:cubicBezTo>
                <a:cubicBezTo>
                  <a:pt x="6637025" y="3676092"/>
                  <a:pt x="6654698" y="3678511"/>
                  <a:pt x="6671813" y="3679999"/>
                </a:cubicBezTo>
                <a:lnTo>
                  <a:pt x="7094857" y="4194572"/>
                </a:lnTo>
                <a:lnTo>
                  <a:pt x="7005560" y="4363120"/>
                </a:lnTo>
                <a:lnTo>
                  <a:pt x="7753421" y="4111972"/>
                </a:lnTo>
                <a:lnTo>
                  <a:pt x="7116065" y="3677766"/>
                </a:lnTo>
                <a:cubicBezTo>
                  <a:pt x="7312518" y="3642048"/>
                  <a:pt x="7460602" y="3577121"/>
                  <a:pt x="7560317" y="3482988"/>
                </a:cubicBezTo>
                <a:cubicBezTo>
                  <a:pt x="7660032" y="3388854"/>
                  <a:pt x="7709889" y="3267001"/>
                  <a:pt x="7709889" y="3117429"/>
                </a:cubicBezTo>
                <a:cubicBezTo>
                  <a:pt x="7709889" y="2937346"/>
                  <a:pt x="7651474" y="2800983"/>
                  <a:pt x="7534644" y="2708337"/>
                </a:cubicBezTo>
                <a:cubicBezTo>
                  <a:pt x="7417814" y="2615692"/>
                  <a:pt x="7246289" y="2569369"/>
                  <a:pt x="7020071" y="2569369"/>
                </a:cubicBezTo>
                <a:close/>
                <a:moveTo>
                  <a:pt x="8074964" y="2548161"/>
                </a:moveTo>
                <a:lnTo>
                  <a:pt x="8269185" y="2674293"/>
                </a:lnTo>
                <a:lnTo>
                  <a:pt x="7926508" y="4007049"/>
                </a:lnTo>
                <a:lnTo>
                  <a:pt x="7668664" y="4199037"/>
                </a:lnTo>
                <a:lnTo>
                  <a:pt x="8726832" y="4123135"/>
                </a:lnTo>
                <a:lnTo>
                  <a:pt x="8569446" y="4000351"/>
                </a:lnTo>
                <a:lnTo>
                  <a:pt x="8674370" y="3712369"/>
                </a:lnTo>
                <a:lnTo>
                  <a:pt x="9036022" y="3684464"/>
                </a:lnTo>
                <a:lnTo>
                  <a:pt x="9106343" y="3931146"/>
                </a:lnTo>
                <a:lnTo>
                  <a:pt x="8857428" y="4264893"/>
                </a:lnTo>
                <a:lnTo>
                  <a:pt x="9830764" y="3963516"/>
                </a:lnTo>
                <a:lnTo>
                  <a:pt x="9618684" y="3899892"/>
                </a:lnTo>
                <a:lnTo>
                  <a:pt x="9081786" y="2701082"/>
                </a:lnTo>
                <a:lnTo>
                  <a:pt x="9387628" y="2591693"/>
                </a:lnTo>
                <a:close/>
                <a:moveTo>
                  <a:pt x="3932036" y="2539231"/>
                </a:moveTo>
                <a:lnTo>
                  <a:pt x="2235396" y="2698849"/>
                </a:lnTo>
                <a:lnTo>
                  <a:pt x="2624953" y="2884140"/>
                </a:lnTo>
                <a:lnTo>
                  <a:pt x="2487660" y="4002584"/>
                </a:lnTo>
                <a:lnTo>
                  <a:pt x="2235396" y="4168899"/>
                </a:lnTo>
                <a:lnTo>
                  <a:pt x="3563686" y="4262661"/>
                </a:lnTo>
                <a:lnTo>
                  <a:pt x="3338212" y="4114205"/>
                </a:lnTo>
                <a:lnTo>
                  <a:pt x="3212081" y="3620840"/>
                </a:lnTo>
                <a:lnTo>
                  <a:pt x="3611684" y="3643164"/>
                </a:lnTo>
                <a:lnTo>
                  <a:pt x="3849437" y="3972446"/>
                </a:lnTo>
                <a:lnTo>
                  <a:pt x="3637357" y="3037061"/>
                </a:lnTo>
                <a:lnTo>
                  <a:pt x="3517922" y="3204493"/>
                </a:lnTo>
                <a:lnTo>
                  <a:pt x="3234404" y="3326160"/>
                </a:lnTo>
                <a:lnTo>
                  <a:pt x="3155153" y="2960043"/>
                </a:lnTo>
                <a:lnTo>
                  <a:pt x="3818183" y="2914278"/>
                </a:lnTo>
                <a:lnTo>
                  <a:pt x="4073795" y="3350717"/>
                </a:lnTo>
                <a:lnTo>
                  <a:pt x="3956165" y="2677353"/>
                </a:lnTo>
                <a:lnTo>
                  <a:pt x="4225079" y="2781449"/>
                </a:lnTo>
                <a:lnTo>
                  <a:pt x="4396976" y="4007049"/>
                </a:lnTo>
                <a:lnTo>
                  <a:pt x="3913656" y="4175596"/>
                </a:lnTo>
                <a:lnTo>
                  <a:pt x="5752055" y="4255964"/>
                </a:lnTo>
                <a:lnTo>
                  <a:pt x="5852514" y="3518148"/>
                </a:lnTo>
                <a:lnTo>
                  <a:pt x="5555602" y="3922217"/>
                </a:lnTo>
                <a:lnTo>
                  <a:pt x="4914897" y="3841849"/>
                </a:lnTo>
                <a:lnTo>
                  <a:pt x="5049959" y="3479081"/>
                </a:lnTo>
                <a:lnTo>
                  <a:pt x="5390403" y="3524846"/>
                </a:lnTo>
                <a:lnTo>
                  <a:pt x="5512070" y="3716834"/>
                </a:lnTo>
                <a:lnTo>
                  <a:pt x="5468538" y="2944416"/>
                </a:lnTo>
                <a:lnTo>
                  <a:pt x="5354684" y="3119661"/>
                </a:lnTo>
                <a:lnTo>
                  <a:pt x="4970708" y="3208958"/>
                </a:lnTo>
                <a:lnTo>
                  <a:pt x="5052192" y="2868514"/>
                </a:lnTo>
                <a:lnTo>
                  <a:pt x="5590205" y="2866281"/>
                </a:lnTo>
                <a:lnTo>
                  <a:pt x="5772147" y="3053805"/>
                </a:lnTo>
                <a:lnTo>
                  <a:pt x="5662758" y="2541464"/>
                </a:lnTo>
                <a:lnTo>
                  <a:pt x="3952823" y="2658224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fr-FR" dirty="0"/>
          </a:p>
        </p:txBody>
      </p:sp>
      <p:sp>
        <p:nvSpPr>
          <p:cNvPr id="17" name="Cercle : creux 16">
            <a:extLst>
              <a:ext uri="{FF2B5EF4-FFF2-40B4-BE49-F238E27FC236}">
                <a16:creationId xmlns:a16="http://schemas.microsoft.com/office/drawing/2014/main" id="{5F34680B-F749-A037-41A8-8ED649F505A7}"/>
              </a:ext>
            </a:extLst>
          </p:cNvPr>
          <p:cNvSpPr/>
          <p:nvPr/>
        </p:nvSpPr>
        <p:spPr>
          <a:xfrm>
            <a:off x="-1985463" y="-4204504"/>
            <a:ext cx="3993265" cy="3923818"/>
          </a:xfrm>
          <a:prstGeom prst="donut">
            <a:avLst/>
          </a:prstGeom>
          <a:gradFill flip="none" rotWithShape="1">
            <a:gsLst>
              <a:gs pos="0">
                <a:srgbClr val="7030A0">
                  <a:shade val="30000"/>
                  <a:satMod val="115000"/>
                </a:srgbClr>
              </a:gs>
              <a:gs pos="50000">
                <a:srgbClr val="7030A0">
                  <a:shade val="67500"/>
                  <a:satMod val="115000"/>
                </a:srgbClr>
              </a:gs>
              <a:gs pos="100000">
                <a:srgbClr val="7030A0">
                  <a:shade val="100000"/>
                  <a:satMod val="115000"/>
                </a:srgb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18" name="Arc plein 17">
            <a:extLst>
              <a:ext uri="{FF2B5EF4-FFF2-40B4-BE49-F238E27FC236}">
                <a16:creationId xmlns:a16="http://schemas.microsoft.com/office/drawing/2014/main" id="{58C9FE3F-AB3A-6F59-188D-9A1A9BEEE40A}"/>
              </a:ext>
            </a:extLst>
          </p:cNvPr>
          <p:cNvSpPr/>
          <p:nvPr/>
        </p:nvSpPr>
        <p:spPr>
          <a:xfrm rot="13571482">
            <a:off x="-1985463" y="-4204504"/>
            <a:ext cx="3993265" cy="3923818"/>
          </a:xfrm>
          <a:prstGeom prst="blockArc">
            <a:avLst>
              <a:gd name="adj1" fmla="val 18889740"/>
              <a:gd name="adj2" fmla="val 0"/>
              <a:gd name="adj3" fmla="val 25000"/>
            </a:avLst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pic>
        <p:nvPicPr>
          <p:cNvPr id="19" name="Graphique 18" descr="Livres sur une étagère avec un remplissage uni">
            <a:extLst>
              <a:ext uri="{FF2B5EF4-FFF2-40B4-BE49-F238E27FC236}">
                <a16:creationId xmlns:a16="http://schemas.microsoft.com/office/drawing/2014/main" id="{223E74F6-F532-FADB-E9CD-3AB1930769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71484" y="-1360150"/>
            <a:ext cx="914400" cy="914400"/>
          </a:xfrm>
          <a:prstGeom prst="rect">
            <a:avLst/>
          </a:prstGeom>
        </p:spPr>
      </p:pic>
      <p:pic>
        <p:nvPicPr>
          <p:cNvPr id="20" name="Graphique 19" descr="Informatique hébergé avec un remplissage uni">
            <a:extLst>
              <a:ext uri="{FF2B5EF4-FFF2-40B4-BE49-F238E27FC236}">
                <a16:creationId xmlns:a16="http://schemas.microsoft.com/office/drawing/2014/main" id="{781F90E0-40DB-C587-BBA9-CC8D71970FE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72848" y="-2242595"/>
            <a:ext cx="914400" cy="914400"/>
          </a:xfrm>
          <a:prstGeom prst="rect">
            <a:avLst/>
          </a:prstGeom>
        </p:spPr>
      </p:pic>
      <p:pic>
        <p:nvPicPr>
          <p:cNvPr id="21" name="Graphique 20" descr="Ordinateur avec un remplissage uni">
            <a:extLst>
              <a:ext uri="{FF2B5EF4-FFF2-40B4-BE49-F238E27FC236}">
                <a16:creationId xmlns:a16="http://schemas.microsoft.com/office/drawing/2014/main" id="{C3EA2E19-DD89-9FD1-7A00-3BC9349EF3F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6128" y="-4086099"/>
            <a:ext cx="914400" cy="914400"/>
          </a:xfrm>
          <a:prstGeom prst="rect">
            <a:avLst/>
          </a:prstGeom>
        </p:spPr>
      </p:pic>
      <p:pic>
        <p:nvPicPr>
          <p:cNvPr id="22" name="Graphique 21" descr="Enveloppe avec un remplissage uni">
            <a:extLst>
              <a:ext uri="{FF2B5EF4-FFF2-40B4-BE49-F238E27FC236}">
                <a16:creationId xmlns:a16="http://schemas.microsoft.com/office/drawing/2014/main" id="{5DA4C6A9-D766-6340-1E7F-4EF13B06A888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40528" y="-3313907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35145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79AC3A-2367-CA96-58B0-6A9ABF5CD7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7">
            <a:extLst>
              <a:ext uri="{FF2B5EF4-FFF2-40B4-BE49-F238E27FC236}">
                <a16:creationId xmlns:a16="http://schemas.microsoft.com/office/drawing/2014/main" id="{BE0D8910-6E8A-D713-82CF-85E4C6D516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69" y="7740445"/>
            <a:ext cx="12180831" cy="5093110"/>
          </a:xfrm>
          <a:prstGeom prst="rect">
            <a:avLst/>
          </a:prstGeom>
        </p:spPr>
      </p:pic>
      <p:sp>
        <p:nvSpPr>
          <p:cNvPr id="11" name="Forme libre : forme 10">
            <a:extLst>
              <a:ext uri="{FF2B5EF4-FFF2-40B4-BE49-F238E27FC236}">
                <a16:creationId xmlns:a16="http://schemas.microsoft.com/office/drawing/2014/main" id="{37C1BC4A-D86F-9D82-09D7-EA864346D634}"/>
              </a:ext>
            </a:extLst>
          </p:cNvPr>
          <p:cNvSpPr/>
          <p:nvPr/>
        </p:nvSpPr>
        <p:spPr>
          <a:xfrm>
            <a:off x="0" y="685800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6619351" y="2948881"/>
                </a:moveTo>
                <a:cubicBezTo>
                  <a:pt x="6697486" y="2982367"/>
                  <a:pt x="6754785" y="3019946"/>
                  <a:pt x="6791248" y="3061618"/>
                </a:cubicBezTo>
                <a:cubicBezTo>
                  <a:pt x="6827711" y="3103290"/>
                  <a:pt x="6845942" y="3151659"/>
                  <a:pt x="6845942" y="3206726"/>
                </a:cubicBezTo>
                <a:cubicBezTo>
                  <a:pt x="6845942" y="3251374"/>
                  <a:pt x="6833850" y="3291186"/>
                  <a:pt x="6809665" y="3326160"/>
                </a:cubicBezTo>
                <a:cubicBezTo>
                  <a:pt x="6785481" y="3361135"/>
                  <a:pt x="6757761" y="3378622"/>
                  <a:pt x="6726507" y="3378622"/>
                </a:cubicBezTo>
                <a:cubicBezTo>
                  <a:pt x="6704183" y="3378622"/>
                  <a:pt x="6679627" y="3374715"/>
                  <a:pt x="6652838" y="3366902"/>
                </a:cubicBezTo>
                <a:cubicBezTo>
                  <a:pt x="6626048" y="3359088"/>
                  <a:pt x="6600376" y="3348484"/>
                  <a:pt x="6575819" y="3335090"/>
                </a:cubicBezTo>
                <a:close/>
                <a:moveTo>
                  <a:pt x="8774828" y="2877443"/>
                </a:moveTo>
                <a:lnTo>
                  <a:pt x="8929982" y="3322811"/>
                </a:lnTo>
                <a:lnTo>
                  <a:pt x="8624140" y="3426619"/>
                </a:lnTo>
                <a:close/>
                <a:moveTo>
                  <a:pt x="7020071" y="2569369"/>
                </a:moveTo>
                <a:cubicBezTo>
                  <a:pt x="6983608" y="2569369"/>
                  <a:pt x="6941936" y="2571043"/>
                  <a:pt x="6895055" y="2574392"/>
                </a:cubicBezTo>
                <a:cubicBezTo>
                  <a:pt x="6848174" y="2577741"/>
                  <a:pt x="6791992" y="2583508"/>
                  <a:pt x="6726507" y="2591693"/>
                </a:cubicBezTo>
                <a:lnTo>
                  <a:pt x="5869257" y="2689920"/>
                </a:lnTo>
                <a:lnTo>
                  <a:pt x="6221980" y="2842841"/>
                </a:lnTo>
                <a:lnTo>
                  <a:pt x="6059013" y="4063975"/>
                </a:lnTo>
                <a:lnTo>
                  <a:pt x="5901627" y="4175596"/>
                </a:lnTo>
                <a:lnTo>
                  <a:pt x="6845942" y="4281636"/>
                </a:lnTo>
                <a:lnTo>
                  <a:pt x="6594795" y="4059511"/>
                </a:lnTo>
                <a:lnTo>
                  <a:pt x="6562424" y="3662139"/>
                </a:lnTo>
                <a:cubicBezTo>
                  <a:pt x="6581772" y="3665860"/>
                  <a:pt x="6600562" y="3669395"/>
                  <a:pt x="6618793" y="3672743"/>
                </a:cubicBezTo>
                <a:cubicBezTo>
                  <a:pt x="6637025" y="3676092"/>
                  <a:pt x="6654698" y="3678511"/>
                  <a:pt x="6671813" y="3679999"/>
                </a:cubicBezTo>
                <a:lnTo>
                  <a:pt x="7094857" y="4194572"/>
                </a:lnTo>
                <a:lnTo>
                  <a:pt x="7005560" y="4363120"/>
                </a:lnTo>
                <a:lnTo>
                  <a:pt x="7753421" y="4111972"/>
                </a:lnTo>
                <a:lnTo>
                  <a:pt x="7116065" y="3677766"/>
                </a:lnTo>
                <a:cubicBezTo>
                  <a:pt x="7312518" y="3642048"/>
                  <a:pt x="7460602" y="3577121"/>
                  <a:pt x="7560317" y="3482988"/>
                </a:cubicBezTo>
                <a:cubicBezTo>
                  <a:pt x="7660032" y="3388854"/>
                  <a:pt x="7709889" y="3267001"/>
                  <a:pt x="7709889" y="3117429"/>
                </a:cubicBezTo>
                <a:cubicBezTo>
                  <a:pt x="7709889" y="2937346"/>
                  <a:pt x="7651474" y="2800983"/>
                  <a:pt x="7534644" y="2708337"/>
                </a:cubicBezTo>
                <a:cubicBezTo>
                  <a:pt x="7417814" y="2615692"/>
                  <a:pt x="7246289" y="2569369"/>
                  <a:pt x="7020071" y="2569369"/>
                </a:cubicBezTo>
                <a:close/>
                <a:moveTo>
                  <a:pt x="8074964" y="2548161"/>
                </a:moveTo>
                <a:lnTo>
                  <a:pt x="8269185" y="2674293"/>
                </a:lnTo>
                <a:lnTo>
                  <a:pt x="7926508" y="4007049"/>
                </a:lnTo>
                <a:lnTo>
                  <a:pt x="7668664" y="4199037"/>
                </a:lnTo>
                <a:lnTo>
                  <a:pt x="8726832" y="4123135"/>
                </a:lnTo>
                <a:lnTo>
                  <a:pt x="8569446" y="4000351"/>
                </a:lnTo>
                <a:lnTo>
                  <a:pt x="8674370" y="3712369"/>
                </a:lnTo>
                <a:lnTo>
                  <a:pt x="9036022" y="3684464"/>
                </a:lnTo>
                <a:lnTo>
                  <a:pt x="9106343" y="3931146"/>
                </a:lnTo>
                <a:lnTo>
                  <a:pt x="8857428" y="4264893"/>
                </a:lnTo>
                <a:lnTo>
                  <a:pt x="9830764" y="3963516"/>
                </a:lnTo>
                <a:lnTo>
                  <a:pt x="9618684" y="3899892"/>
                </a:lnTo>
                <a:lnTo>
                  <a:pt x="9081786" y="2701082"/>
                </a:lnTo>
                <a:lnTo>
                  <a:pt x="9387628" y="2591693"/>
                </a:lnTo>
                <a:close/>
                <a:moveTo>
                  <a:pt x="3932036" y="2539231"/>
                </a:moveTo>
                <a:lnTo>
                  <a:pt x="2235396" y="2698849"/>
                </a:lnTo>
                <a:lnTo>
                  <a:pt x="2624953" y="2884140"/>
                </a:lnTo>
                <a:lnTo>
                  <a:pt x="2487660" y="4002584"/>
                </a:lnTo>
                <a:lnTo>
                  <a:pt x="2235396" y="4168899"/>
                </a:lnTo>
                <a:lnTo>
                  <a:pt x="3563686" y="4262661"/>
                </a:lnTo>
                <a:lnTo>
                  <a:pt x="3338212" y="4114205"/>
                </a:lnTo>
                <a:lnTo>
                  <a:pt x="3212081" y="3620840"/>
                </a:lnTo>
                <a:lnTo>
                  <a:pt x="3611684" y="3643164"/>
                </a:lnTo>
                <a:lnTo>
                  <a:pt x="3849437" y="3972446"/>
                </a:lnTo>
                <a:lnTo>
                  <a:pt x="3637357" y="3037061"/>
                </a:lnTo>
                <a:lnTo>
                  <a:pt x="3517922" y="3204493"/>
                </a:lnTo>
                <a:lnTo>
                  <a:pt x="3234404" y="3326160"/>
                </a:lnTo>
                <a:lnTo>
                  <a:pt x="3155153" y="2960043"/>
                </a:lnTo>
                <a:lnTo>
                  <a:pt x="3818183" y="2914278"/>
                </a:lnTo>
                <a:lnTo>
                  <a:pt x="4073795" y="3350717"/>
                </a:lnTo>
                <a:lnTo>
                  <a:pt x="3956165" y="2677353"/>
                </a:lnTo>
                <a:lnTo>
                  <a:pt x="4225079" y="2781449"/>
                </a:lnTo>
                <a:lnTo>
                  <a:pt x="4396976" y="4007049"/>
                </a:lnTo>
                <a:lnTo>
                  <a:pt x="3913656" y="4175596"/>
                </a:lnTo>
                <a:lnTo>
                  <a:pt x="5752055" y="4255964"/>
                </a:lnTo>
                <a:lnTo>
                  <a:pt x="5852514" y="3518148"/>
                </a:lnTo>
                <a:lnTo>
                  <a:pt x="5555602" y="3922217"/>
                </a:lnTo>
                <a:lnTo>
                  <a:pt x="4914897" y="3841849"/>
                </a:lnTo>
                <a:lnTo>
                  <a:pt x="5049959" y="3479081"/>
                </a:lnTo>
                <a:lnTo>
                  <a:pt x="5390403" y="3524846"/>
                </a:lnTo>
                <a:lnTo>
                  <a:pt x="5512070" y="3716834"/>
                </a:lnTo>
                <a:lnTo>
                  <a:pt x="5468538" y="2944416"/>
                </a:lnTo>
                <a:lnTo>
                  <a:pt x="5354684" y="3119661"/>
                </a:lnTo>
                <a:lnTo>
                  <a:pt x="4970708" y="3208958"/>
                </a:lnTo>
                <a:lnTo>
                  <a:pt x="5052192" y="2868514"/>
                </a:lnTo>
                <a:lnTo>
                  <a:pt x="5590205" y="2866281"/>
                </a:lnTo>
                <a:lnTo>
                  <a:pt x="5772147" y="3053805"/>
                </a:lnTo>
                <a:lnTo>
                  <a:pt x="5662758" y="2541464"/>
                </a:lnTo>
                <a:lnTo>
                  <a:pt x="3952823" y="2658224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fr-FR" dirty="0"/>
          </a:p>
        </p:txBody>
      </p:sp>
      <p:sp>
        <p:nvSpPr>
          <p:cNvPr id="14" name="Cercle : creux 13">
            <a:extLst>
              <a:ext uri="{FF2B5EF4-FFF2-40B4-BE49-F238E27FC236}">
                <a16:creationId xmlns:a16="http://schemas.microsoft.com/office/drawing/2014/main" id="{BFD21579-DE44-FC97-EAB1-E59F78B22D64}"/>
              </a:ext>
            </a:extLst>
          </p:cNvPr>
          <p:cNvSpPr/>
          <p:nvPr/>
        </p:nvSpPr>
        <p:spPr>
          <a:xfrm>
            <a:off x="-1996633" y="1467091"/>
            <a:ext cx="3993265" cy="3923818"/>
          </a:xfrm>
          <a:prstGeom prst="donut">
            <a:avLst/>
          </a:prstGeom>
          <a:gradFill flip="none" rotWithShape="1">
            <a:gsLst>
              <a:gs pos="0">
                <a:srgbClr val="7030A0">
                  <a:shade val="30000"/>
                  <a:satMod val="115000"/>
                </a:srgbClr>
              </a:gs>
              <a:gs pos="50000">
                <a:srgbClr val="7030A0">
                  <a:shade val="67500"/>
                  <a:satMod val="115000"/>
                </a:srgbClr>
              </a:gs>
              <a:gs pos="100000">
                <a:srgbClr val="7030A0">
                  <a:shade val="100000"/>
                  <a:satMod val="115000"/>
                </a:srgb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16" name="Arc plein 15">
            <a:extLst>
              <a:ext uri="{FF2B5EF4-FFF2-40B4-BE49-F238E27FC236}">
                <a16:creationId xmlns:a16="http://schemas.microsoft.com/office/drawing/2014/main" id="{61C6385F-0730-1F0A-67E8-2917061AEAA3}"/>
              </a:ext>
            </a:extLst>
          </p:cNvPr>
          <p:cNvSpPr/>
          <p:nvPr/>
        </p:nvSpPr>
        <p:spPr>
          <a:xfrm rot="13571482">
            <a:off x="-1996633" y="1467091"/>
            <a:ext cx="3993265" cy="3923818"/>
          </a:xfrm>
          <a:prstGeom prst="blockArc">
            <a:avLst>
              <a:gd name="adj1" fmla="val 18889740"/>
              <a:gd name="adj2" fmla="val 0"/>
              <a:gd name="adj3" fmla="val 25000"/>
            </a:avLst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pic>
        <p:nvPicPr>
          <p:cNvPr id="3" name="Graphique 2" descr="Livres sur une étagère avec un remplissage uni">
            <a:extLst>
              <a:ext uri="{FF2B5EF4-FFF2-40B4-BE49-F238E27FC236}">
                <a16:creationId xmlns:a16="http://schemas.microsoft.com/office/drawing/2014/main" id="{95D3AAAA-20A4-61C9-8C67-F6CFB4A2A38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60314" y="4311445"/>
            <a:ext cx="914400" cy="914400"/>
          </a:xfrm>
          <a:prstGeom prst="rect">
            <a:avLst/>
          </a:prstGeom>
        </p:spPr>
      </p:pic>
      <p:pic>
        <p:nvPicPr>
          <p:cNvPr id="5" name="Graphique 4" descr="Informatique hébergé avec un remplissage uni">
            <a:extLst>
              <a:ext uri="{FF2B5EF4-FFF2-40B4-BE49-F238E27FC236}">
                <a16:creationId xmlns:a16="http://schemas.microsoft.com/office/drawing/2014/main" id="{0356E844-7AC4-61F3-D23C-9EECC1B689B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61678" y="3429000"/>
            <a:ext cx="914400" cy="914400"/>
          </a:xfrm>
          <a:prstGeom prst="rect">
            <a:avLst/>
          </a:prstGeom>
        </p:spPr>
      </p:pic>
      <p:pic>
        <p:nvPicPr>
          <p:cNvPr id="7" name="Graphique 6" descr="Ordinateur avec un remplissage uni">
            <a:extLst>
              <a:ext uri="{FF2B5EF4-FFF2-40B4-BE49-F238E27FC236}">
                <a16:creationId xmlns:a16="http://schemas.microsoft.com/office/drawing/2014/main" id="{809EF83D-E364-EDF6-077E-6B01CFD4E00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958" y="1585496"/>
            <a:ext cx="914400" cy="914400"/>
          </a:xfrm>
          <a:prstGeom prst="rect">
            <a:avLst/>
          </a:prstGeom>
        </p:spPr>
      </p:pic>
      <p:pic>
        <p:nvPicPr>
          <p:cNvPr id="10" name="Graphique 9" descr="Enveloppe avec un remplissage uni">
            <a:extLst>
              <a:ext uri="{FF2B5EF4-FFF2-40B4-BE49-F238E27FC236}">
                <a16:creationId xmlns:a16="http://schemas.microsoft.com/office/drawing/2014/main" id="{ABCD4085-A407-FC46-D1A7-6F715E512467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29358" y="2357688"/>
            <a:ext cx="914400" cy="914400"/>
          </a:xfrm>
          <a:prstGeom prst="rect">
            <a:avLst/>
          </a:prstGeom>
        </p:spPr>
      </p:pic>
      <p:sp>
        <p:nvSpPr>
          <p:cNvPr id="2" name="ZoneTexte 1">
            <a:extLst>
              <a:ext uri="{FF2B5EF4-FFF2-40B4-BE49-F238E27FC236}">
                <a16:creationId xmlns:a16="http://schemas.microsoft.com/office/drawing/2014/main" id="{42FE751B-AE42-F016-4689-B8940B7E9680}"/>
              </a:ext>
            </a:extLst>
          </p:cNvPr>
          <p:cNvSpPr txBox="1"/>
          <p:nvPr/>
        </p:nvSpPr>
        <p:spPr>
          <a:xfrm>
            <a:off x="2797996" y="-830997"/>
            <a:ext cx="497812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4800" dirty="0">
                <a:latin typeface="Algerian" panose="04020705040A02060702" pitchFamily="82" charset="0"/>
              </a:rPr>
              <a:t>Page d’accueil</a:t>
            </a:r>
          </a:p>
        </p:txBody>
      </p:sp>
    </p:spTree>
    <p:extLst>
      <p:ext uri="{BB962C8B-B14F-4D97-AF65-F5344CB8AC3E}">
        <p14:creationId xmlns:p14="http://schemas.microsoft.com/office/powerpoint/2010/main" val="228848596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0D85DD-7FC9-B8EB-9905-6DFC63974A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7">
            <a:extLst>
              <a:ext uri="{FF2B5EF4-FFF2-40B4-BE49-F238E27FC236}">
                <a16:creationId xmlns:a16="http://schemas.microsoft.com/office/drawing/2014/main" id="{864CA9E3-2934-7922-7389-4A1D60FD7A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69" y="7740445"/>
            <a:ext cx="12180831" cy="5093110"/>
          </a:xfrm>
          <a:prstGeom prst="rect">
            <a:avLst/>
          </a:prstGeom>
        </p:spPr>
      </p:pic>
      <p:sp>
        <p:nvSpPr>
          <p:cNvPr id="11" name="Forme libre : forme 10">
            <a:extLst>
              <a:ext uri="{FF2B5EF4-FFF2-40B4-BE49-F238E27FC236}">
                <a16:creationId xmlns:a16="http://schemas.microsoft.com/office/drawing/2014/main" id="{7F9B2A93-91F9-E2ED-09FE-377F6A7810E7}"/>
              </a:ext>
            </a:extLst>
          </p:cNvPr>
          <p:cNvSpPr/>
          <p:nvPr/>
        </p:nvSpPr>
        <p:spPr>
          <a:xfrm>
            <a:off x="0" y="685800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6619351" y="2948881"/>
                </a:moveTo>
                <a:cubicBezTo>
                  <a:pt x="6697486" y="2982367"/>
                  <a:pt x="6754785" y="3019946"/>
                  <a:pt x="6791248" y="3061618"/>
                </a:cubicBezTo>
                <a:cubicBezTo>
                  <a:pt x="6827711" y="3103290"/>
                  <a:pt x="6845942" y="3151659"/>
                  <a:pt x="6845942" y="3206726"/>
                </a:cubicBezTo>
                <a:cubicBezTo>
                  <a:pt x="6845942" y="3251374"/>
                  <a:pt x="6833850" y="3291186"/>
                  <a:pt x="6809665" y="3326160"/>
                </a:cubicBezTo>
                <a:cubicBezTo>
                  <a:pt x="6785481" y="3361135"/>
                  <a:pt x="6757761" y="3378622"/>
                  <a:pt x="6726507" y="3378622"/>
                </a:cubicBezTo>
                <a:cubicBezTo>
                  <a:pt x="6704183" y="3378622"/>
                  <a:pt x="6679627" y="3374715"/>
                  <a:pt x="6652838" y="3366902"/>
                </a:cubicBezTo>
                <a:cubicBezTo>
                  <a:pt x="6626048" y="3359088"/>
                  <a:pt x="6600376" y="3348484"/>
                  <a:pt x="6575819" y="3335090"/>
                </a:cubicBezTo>
                <a:close/>
                <a:moveTo>
                  <a:pt x="8774828" y="2877443"/>
                </a:moveTo>
                <a:lnTo>
                  <a:pt x="8929982" y="3322811"/>
                </a:lnTo>
                <a:lnTo>
                  <a:pt x="8624140" y="3426619"/>
                </a:lnTo>
                <a:close/>
                <a:moveTo>
                  <a:pt x="7020071" y="2569369"/>
                </a:moveTo>
                <a:cubicBezTo>
                  <a:pt x="6983608" y="2569369"/>
                  <a:pt x="6941936" y="2571043"/>
                  <a:pt x="6895055" y="2574392"/>
                </a:cubicBezTo>
                <a:cubicBezTo>
                  <a:pt x="6848174" y="2577741"/>
                  <a:pt x="6791992" y="2583508"/>
                  <a:pt x="6726507" y="2591693"/>
                </a:cubicBezTo>
                <a:lnTo>
                  <a:pt x="5869257" y="2689920"/>
                </a:lnTo>
                <a:lnTo>
                  <a:pt x="6221980" y="2842841"/>
                </a:lnTo>
                <a:lnTo>
                  <a:pt x="6059013" y="4063975"/>
                </a:lnTo>
                <a:lnTo>
                  <a:pt x="5901627" y="4175596"/>
                </a:lnTo>
                <a:lnTo>
                  <a:pt x="6845942" y="4281636"/>
                </a:lnTo>
                <a:lnTo>
                  <a:pt x="6594795" y="4059511"/>
                </a:lnTo>
                <a:lnTo>
                  <a:pt x="6562424" y="3662139"/>
                </a:lnTo>
                <a:cubicBezTo>
                  <a:pt x="6581772" y="3665860"/>
                  <a:pt x="6600562" y="3669395"/>
                  <a:pt x="6618793" y="3672743"/>
                </a:cubicBezTo>
                <a:cubicBezTo>
                  <a:pt x="6637025" y="3676092"/>
                  <a:pt x="6654698" y="3678511"/>
                  <a:pt x="6671813" y="3679999"/>
                </a:cubicBezTo>
                <a:lnTo>
                  <a:pt x="7094857" y="4194572"/>
                </a:lnTo>
                <a:lnTo>
                  <a:pt x="7005560" y="4363120"/>
                </a:lnTo>
                <a:lnTo>
                  <a:pt x="7753421" y="4111972"/>
                </a:lnTo>
                <a:lnTo>
                  <a:pt x="7116065" y="3677766"/>
                </a:lnTo>
                <a:cubicBezTo>
                  <a:pt x="7312518" y="3642048"/>
                  <a:pt x="7460602" y="3577121"/>
                  <a:pt x="7560317" y="3482988"/>
                </a:cubicBezTo>
                <a:cubicBezTo>
                  <a:pt x="7660032" y="3388854"/>
                  <a:pt x="7709889" y="3267001"/>
                  <a:pt x="7709889" y="3117429"/>
                </a:cubicBezTo>
                <a:cubicBezTo>
                  <a:pt x="7709889" y="2937346"/>
                  <a:pt x="7651474" y="2800983"/>
                  <a:pt x="7534644" y="2708337"/>
                </a:cubicBezTo>
                <a:cubicBezTo>
                  <a:pt x="7417814" y="2615692"/>
                  <a:pt x="7246289" y="2569369"/>
                  <a:pt x="7020071" y="2569369"/>
                </a:cubicBezTo>
                <a:close/>
                <a:moveTo>
                  <a:pt x="8074964" y="2548161"/>
                </a:moveTo>
                <a:lnTo>
                  <a:pt x="8269185" y="2674293"/>
                </a:lnTo>
                <a:lnTo>
                  <a:pt x="7926508" y="4007049"/>
                </a:lnTo>
                <a:lnTo>
                  <a:pt x="7668664" y="4199037"/>
                </a:lnTo>
                <a:lnTo>
                  <a:pt x="8726832" y="4123135"/>
                </a:lnTo>
                <a:lnTo>
                  <a:pt x="8569446" y="4000351"/>
                </a:lnTo>
                <a:lnTo>
                  <a:pt x="8674370" y="3712369"/>
                </a:lnTo>
                <a:lnTo>
                  <a:pt x="9036022" y="3684464"/>
                </a:lnTo>
                <a:lnTo>
                  <a:pt x="9106343" y="3931146"/>
                </a:lnTo>
                <a:lnTo>
                  <a:pt x="8857428" y="4264893"/>
                </a:lnTo>
                <a:lnTo>
                  <a:pt x="9830764" y="3963516"/>
                </a:lnTo>
                <a:lnTo>
                  <a:pt x="9618684" y="3899892"/>
                </a:lnTo>
                <a:lnTo>
                  <a:pt x="9081786" y="2701082"/>
                </a:lnTo>
                <a:lnTo>
                  <a:pt x="9387628" y="2591693"/>
                </a:lnTo>
                <a:close/>
                <a:moveTo>
                  <a:pt x="3932036" y="2539231"/>
                </a:moveTo>
                <a:lnTo>
                  <a:pt x="2235396" y="2698849"/>
                </a:lnTo>
                <a:lnTo>
                  <a:pt x="2624953" y="2884140"/>
                </a:lnTo>
                <a:lnTo>
                  <a:pt x="2487660" y="4002584"/>
                </a:lnTo>
                <a:lnTo>
                  <a:pt x="2235396" y="4168899"/>
                </a:lnTo>
                <a:lnTo>
                  <a:pt x="3563686" y="4262661"/>
                </a:lnTo>
                <a:lnTo>
                  <a:pt x="3338212" y="4114205"/>
                </a:lnTo>
                <a:lnTo>
                  <a:pt x="3212081" y="3620840"/>
                </a:lnTo>
                <a:lnTo>
                  <a:pt x="3611684" y="3643164"/>
                </a:lnTo>
                <a:lnTo>
                  <a:pt x="3849437" y="3972446"/>
                </a:lnTo>
                <a:lnTo>
                  <a:pt x="3637357" y="3037061"/>
                </a:lnTo>
                <a:lnTo>
                  <a:pt x="3517922" y="3204493"/>
                </a:lnTo>
                <a:lnTo>
                  <a:pt x="3234404" y="3326160"/>
                </a:lnTo>
                <a:lnTo>
                  <a:pt x="3155153" y="2960043"/>
                </a:lnTo>
                <a:lnTo>
                  <a:pt x="3818183" y="2914278"/>
                </a:lnTo>
                <a:lnTo>
                  <a:pt x="4073795" y="3350717"/>
                </a:lnTo>
                <a:lnTo>
                  <a:pt x="3956165" y="2677353"/>
                </a:lnTo>
                <a:lnTo>
                  <a:pt x="4225079" y="2781449"/>
                </a:lnTo>
                <a:lnTo>
                  <a:pt x="4396976" y="4007049"/>
                </a:lnTo>
                <a:lnTo>
                  <a:pt x="3913656" y="4175596"/>
                </a:lnTo>
                <a:lnTo>
                  <a:pt x="5752055" y="4255964"/>
                </a:lnTo>
                <a:lnTo>
                  <a:pt x="5852514" y="3518148"/>
                </a:lnTo>
                <a:lnTo>
                  <a:pt x="5555602" y="3922217"/>
                </a:lnTo>
                <a:lnTo>
                  <a:pt x="4914897" y="3841849"/>
                </a:lnTo>
                <a:lnTo>
                  <a:pt x="5049959" y="3479081"/>
                </a:lnTo>
                <a:lnTo>
                  <a:pt x="5390403" y="3524846"/>
                </a:lnTo>
                <a:lnTo>
                  <a:pt x="5512070" y="3716834"/>
                </a:lnTo>
                <a:lnTo>
                  <a:pt x="5468538" y="2944416"/>
                </a:lnTo>
                <a:lnTo>
                  <a:pt x="5354684" y="3119661"/>
                </a:lnTo>
                <a:lnTo>
                  <a:pt x="4970708" y="3208958"/>
                </a:lnTo>
                <a:lnTo>
                  <a:pt x="5052192" y="2868514"/>
                </a:lnTo>
                <a:lnTo>
                  <a:pt x="5590205" y="2866281"/>
                </a:lnTo>
                <a:lnTo>
                  <a:pt x="5772147" y="3053805"/>
                </a:lnTo>
                <a:lnTo>
                  <a:pt x="5662758" y="2541464"/>
                </a:lnTo>
                <a:lnTo>
                  <a:pt x="3952823" y="2658224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fr-FR" dirty="0"/>
          </a:p>
        </p:txBody>
      </p:sp>
      <p:sp>
        <p:nvSpPr>
          <p:cNvPr id="14" name="Cercle : creux 13">
            <a:extLst>
              <a:ext uri="{FF2B5EF4-FFF2-40B4-BE49-F238E27FC236}">
                <a16:creationId xmlns:a16="http://schemas.microsoft.com/office/drawing/2014/main" id="{C821EA32-CB07-C9A8-85F0-AF727BEC7709}"/>
              </a:ext>
            </a:extLst>
          </p:cNvPr>
          <p:cNvSpPr/>
          <p:nvPr/>
        </p:nvSpPr>
        <p:spPr>
          <a:xfrm>
            <a:off x="-1996633" y="1467091"/>
            <a:ext cx="3993265" cy="3923818"/>
          </a:xfrm>
          <a:prstGeom prst="donut">
            <a:avLst/>
          </a:prstGeom>
          <a:gradFill flip="none" rotWithShape="1">
            <a:gsLst>
              <a:gs pos="0">
                <a:srgbClr val="7030A0">
                  <a:shade val="30000"/>
                  <a:satMod val="115000"/>
                </a:srgbClr>
              </a:gs>
              <a:gs pos="50000">
                <a:srgbClr val="7030A0">
                  <a:shade val="67500"/>
                  <a:satMod val="115000"/>
                </a:srgbClr>
              </a:gs>
              <a:gs pos="100000">
                <a:srgbClr val="7030A0">
                  <a:shade val="100000"/>
                  <a:satMod val="115000"/>
                </a:srgb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16" name="Arc plein 15">
            <a:extLst>
              <a:ext uri="{FF2B5EF4-FFF2-40B4-BE49-F238E27FC236}">
                <a16:creationId xmlns:a16="http://schemas.microsoft.com/office/drawing/2014/main" id="{D15833EC-DA13-DA3F-C077-B2855BAF2534}"/>
              </a:ext>
            </a:extLst>
          </p:cNvPr>
          <p:cNvSpPr/>
          <p:nvPr/>
        </p:nvSpPr>
        <p:spPr>
          <a:xfrm rot="18650359">
            <a:off x="-1996633" y="1467091"/>
            <a:ext cx="3993265" cy="3923818"/>
          </a:xfrm>
          <a:prstGeom prst="blockArc">
            <a:avLst>
              <a:gd name="adj1" fmla="val 18889740"/>
              <a:gd name="adj2" fmla="val 0"/>
              <a:gd name="adj3" fmla="val 25000"/>
            </a:avLst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pic>
        <p:nvPicPr>
          <p:cNvPr id="3" name="Graphique 2" descr="Livres sur une étagère avec un remplissage uni">
            <a:extLst>
              <a:ext uri="{FF2B5EF4-FFF2-40B4-BE49-F238E27FC236}">
                <a16:creationId xmlns:a16="http://schemas.microsoft.com/office/drawing/2014/main" id="{E006DB83-EEB3-3F6D-DF71-341F68EE963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60314" y="4311445"/>
            <a:ext cx="914400" cy="914400"/>
          </a:xfrm>
          <a:prstGeom prst="rect">
            <a:avLst/>
          </a:prstGeom>
        </p:spPr>
      </p:pic>
      <p:pic>
        <p:nvPicPr>
          <p:cNvPr id="5" name="Graphique 4" descr="Informatique hébergé avec un remplissage uni">
            <a:extLst>
              <a:ext uri="{FF2B5EF4-FFF2-40B4-BE49-F238E27FC236}">
                <a16:creationId xmlns:a16="http://schemas.microsoft.com/office/drawing/2014/main" id="{CDEF4FBC-170F-7F3C-EE86-248680AFBB8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61678" y="3429000"/>
            <a:ext cx="914400" cy="914400"/>
          </a:xfrm>
          <a:prstGeom prst="rect">
            <a:avLst/>
          </a:prstGeom>
        </p:spPr>
      </p:pic>
      <p:pic>
        <p:nvPicPr>
          <p:cNvPr id="7" name="Graphique 6" descr="Ordinateur avec un remplissage uni">
            <a:extLst>
              <a:ext uri="{FF2B5EF4-FFF2-40B4-BE49-F238E27FC236}">
                <a16:creationId xmlns:a16="http://schemas.microsoft.com/office/drawing/2014/main" id="{A54F9A42-2FC2-CB60-ED3F-DEED9A7CC76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958" y="1585496"/>
            <a:ext cx="914400" cy="914400"/>
          </a:xfrm>
          <a:prstGeom prst="rect">
            <a:avLst/>
          </a:prstGeom>
        </p:spPr>
      </p:pic>
      <p:pic>
        <p:nvPicPr>
          <p:cNvPr id="10" name="Graphique 9" descr="Enveloppe avec un remplissage uni">
            <a:extLst>
              <a:ext uri="{FF2B5EF4-FFF2-40B4-BE49-F238E27FC236}">
                <a16:creationId xmlns:a16="http://schemas.microsoft.com/office/drawing/2014/main" id="{1D2BD955-EEB2-2537-9BBC-0BE723501B4A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29358" y="2357688"/>
            <a:ext cx="914400" cy="914400"/>
          </a:xfrm>
          <a:prstGeom prst="rect">
            <a:avLst/>
          </a:prstGeom>
        </p:spPr>
      </p:pic>
      <p:sp>
        <p:nvSpPr>
          <p:cNvPr id="2" name="ZoneTexte 1">
            <a:extLst>
              <a:ext uri="{FF2B5EF4-FFF2-40B4-BE49-F238E27FC236}">
                <a16:creationId xmlns:a16="http://schemas.microsoft.com/office/drawing/2014/main" id="{1CC6193C-2896-001D-9F09-74E27F07DA0D}"/>
              </a:ext>
            </a:extLst>
          </p:cNvPr>
          <p:cNvSpPr txBox="1"/>
          <p:nvPr/>
        </p:nvSpPr>
        <p:spPr>
          <a:xfrm>
            <a:off x="2366103" y="169147"/>
            <a:ext cx="497812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4800" dirty="0">
                <a:latin typeface="Algerian" panose="04020705040A02060702" pitchFamily="82" charset="0"/>
              </a:rPr>
              <a:t>Page d’accueil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6D4F3022-CD23-861D-162B-880ED59BF1C9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 r="-456" b="5797"/>
          <a:stretch>
            <a:fillRect/>
          </a:stretch>
        </p:blipFill>
        <p:spPr>
          <a:xfrm>
            <a:off x="12192000" y="0"/>
            <a:ext cx="32909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090215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3EAB43-9ABD-DA40-2B02-51C32ED71B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7">
            <a:extLst>
              <a:ext uri="{FF2B5EF4-FFF2-40B4-BE49-F238E27FC236}">
                <a16:creationId xmlns:a16="http://schemas.microsoft.com/office/drawing/2014/main" id="{D0D8E779-0CC3-EDB1-A3FC-DCF9B078CD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69" y="7740445"/>
            <a:ext cx="12180831" cy="5093110"/>
          </a:xfrm>
          <a:prstGeom prst="rect">
            <a:avLst/>
          </a:prstGeom>
        </p:spPr>
      </p:pic>
      <p:sp>
        <p:nvSpPr>
          <p:cNvPr id="11" name="Forme libre : forme 10">
            <a:extLst>
              <a:ext uri="{FF2B5EF4-FFF2-40B4-BE49-F238E27FC236}">
                <a16:creationId xmlns:a16="http://schemas.microsoft.com/office/drawing/2014/main" id="{24F4F87C-5266-D703-1C9B-DD3142267941}"/>
              </a:ext>
            </a:extLst>
          </p:cNvPr>
          <p:cNvSpPr/>
          <p:nvPr/>
        </p:nvSpPr>
        <p:spPr>
          <a:xfrm>
            <a:off x="0" y="685800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6619351" y="2948881"/>
                </a:moveTo>
                <a:cubicBezTo>
                  <a:pt x="6697486" y="2982367"/>
                  <a:pt x="6754785" y="3019946"/>
                  <a:pt x="6791248" y="3061618"/>
                </a:cubicBezTo>
                <a:cubicBezTo>
                  <a:pt x="6827711" y="3103290"/>
                  <a:pt x="6845942" y="3151659"/>
                  <a:pt x="6845942" y="3206726"/>
                </a:cubicBezTo>
                <a:cubicBezTo>
                  <a:pt x="6845942" y="3251374"/>
                  <a:pt x="6833850" y="3291186"/>
                  <a:pt x="6809665" y="3326160"/>
                </a:cubicBezTo>
                <a:cubicBezTo>
                  <a:pt x="6785481" y="3361135"/>
                  <a:pt x="6757761" y="3378622"/>
                  <a:pt x="6726507" y="3378622"/>
                </a:cubicBezTo>
                <a:cubicBezTo>
                  <a:pt x="6704183" y="3378622"/>
                  <a:pt x="6679627" y="3374715"/>
                  <a:pt x="6652838" y="3366902"/>
                </a:cubicBezTo>
                <a:cubicBezTo>
                  <a:pt x="6626048" y="3359088"/>
                  <a:pt x="6600376" y="3348484"/>
                  <a:pt x="6575819" y="3335090"/>
                </a:cubicBezTo>
                <a:close/>
                <a:moveTo>
                  <a:pt x="8774828" y="2877443"/>
                </a:moveTo>
                <a:lnTo>
                  <a:pt x="8929982" y="3322811"/>
                </a:lnTo>
                <a:lnTo>
                  <a:pt x="8624140" y="3426619"/>
                </a:lnTo>
                <a:close/>
                <a:moveTo>
                  <a:pt x="7020071" y="2569369"/>
                </a:moveTo>
                <a:cubicBezTo>
                  <a:pt x="6983608" y="2569369"/>
                  <a:pt x="6941936" y="2571043"/>
                  <a:pt x="6895055" y="2574392"/>
                </a:cubicBezTo>
                <a:cubicBezTo>
                  <a:pt x="6848174" y="2577741"/>
                  <a:pt x="6791992" y="2583508"/>
                  <a:pt x="6726507" y="2591693"/>
                </a:cubicBezTo>
                <a:lnTo>
                  <a:pt x="5869257" y="2689920"/>
                </a:lnTo>
                <a:lnTo>
                  <a:pt x="6221980" y="2842841"/>
                </a:lnTo>
                <a:lnTo>
                  <a:pt x="6059013" y="4063975"/>
                </a:lnTo>
                <a:lnTo>
                  <a:pt x="5901627" y="4175596"/>
                </a:lnTo>
                <a:lnTo>
                  <a:pt x="6845942" y="4281636"/>
                </a:lnTo>
                <a:lnTo>
                  <a:pt x="6594795" y="4059511"/>
                </a:lnTo>
                <a:lnTo>
                  <a:pt x="6562424" y="3662139"/>
                </a:lnTo>
                <a:cubicBezTo>
                  <a:pt x="6581772" y="3665860"/>
                  <a:pt x="6600562" y="3669395"/>
                  <a:pt x="6618793" y="3672743"/>
                </a:cubicBezTo>
                <a:cubicBezTo>
                  <a:pt x="6637025" y="3676092"/>
                  <a:pt x="6654698" y="3678511"/>
                  <a:pt x="6671813" y="3679999"/>
                </a:cubicBezTo>
                <a:lnTo>
                  <a:pt x="7094857" y="4194572"/>
                </a:lnTo>
                <a:lnTo>
                  <a:pt x="7005560" y="4363120"/>
                </a:lnTo>
                <a:lnTo>
                  <a:pt x="7753421" y="4111972"/>
                </a:lnTo>
                <a:lnTo>
                  <a:pt x="7116065" y="3677766"/>
                </a:lnTo>
                <a:cubicBezTo>
                  <a:pt x="7312518" y="3642048"/>
                  <a:pt x="7460602" y="3577121"/>
                  <a:pt x="7560317" y="3482988"/>
                </a:cubicBezTo>
                <a:cubicBezTo>
                  <a:pt x="7660032" y="3388854"/>
                  <a:pt x="7709889" y="3267001"/>
                  <a:pt x="7709889" y="3117429"/>
                </a:cubicBezTo>
                <a:cubicBezTo>
                  <a:pt x="7709889" y="2937346"/>
                  <a:pt x="7651474" y="2800983"/>
                  <a:pt x="7534644" y="2708337"/>
                </a:cubicBezTo>
                <a:cubicBezTo>
                  <a:pt x="7417814" y="2615692"/>
                  <a:pt x="7246289" y="2569369"/>
                  <a:pt x="7020071" y="2569369"/>
                </a:cubicBezTo>
                <a:close/>
                <a:moveTo>
                  <a:pt x="8074964" y="2548161"/>
                </a:moveTo>
                <a:lnTo>
                  <a:pt x="8269185" y="2674293"/>
                </a:lnTo>
                <a:lnTo>
                  <a:pt x="7926508" y="4007049"/>
                </a:lnTo>
                <a:lnTo>
                  <a:pt x="7668664" y="4199037"/>
                </a:lnTo>
                <a:lnTo>
                  <a:pt x="8726832" y="4123135"/>
                </a:lnTo>
                <a:lnTo>
                  <a:pt x="8569446" y="4000351"/>
                </a:lnTo>
                <a:lnTo>
                  <a:pt x="8674370" y="3712369"/>
                </a:lnTo>
                <a:lnTo>
                  <a:pt x="9036022" y="3684464"/>
                </a:lnTo>
                <a:lnTo>
                  <a:pt x="9106343" y="3931146"/>
                </a:lnTo>
                <a:lnTo>
                  <a:pt x="8857428" y="4264893"/>
                </a:lnTo>
                <a:lnTo>
                  <a:pt x="9830764" y="3963516"/>
                </a:lnTo>
                <a:lnTo>
                  <a:pt x="9618684" y="3899892"/>
                </a:lnTo>
                <a:lnTo>
                  <a:pt x="9081786" y="2701082"/>
                </a:lnTo>
                <a:lnTo>
                  <a:pt x="9387628" y="2591693"/>
                </a:lnTo>
                <a:close/>
                <a:moveTo>
                  <a:pt x="3932036" y="2539231"/>
                </a:moveTo>
                <a:lnTo>
                  <a:pt x="2235396" y="2698849"/>
                </a:lnTo>
                <a:lnTo>
                  <a:pt x="2624953" y="2884140"/>
                </a:lnTo>
                <a:lnTo>
                  <a:pt x="2487660" y="4002584"/>
                </a:lnTo>
                <a:lnTo>
                  <a:pt x="2235396" y="4168899"/>
                </a:lnTo>
                <a:lnTo>
                  <a:pt x="3563686" y="4262661"/>
                </a:lnTo>
                <a:lnTo>
                  <a:pt x="3338212" y="4114205"/>
                </a:lnTo>
                <a:lnTo>
                  <a:pt x="3212081" y="3620840"/>
                </a:lnTo>
                <a:lnTo>
                  <a:pt x="3611684" y="3643164"/>
                </a:lnTo>
                <a:lnTo>
                  <a:pt x="3849437" y="3972446"/>
                </a:lnTo>
                <a:lnTo>
                  <a:pt x="3637357" y="3037061"/>
                </a:lnTo>
                <a:lnTo>
                  <a:pt x="3517922" y="3204493"/>
                </a:lnTo>
                <a:lnTo>
                  <a:pt x="3234404" y="3326160"/>
                </a:lnTo>
                <a:lnTo>
                  <a:pt x="3155153" y="2960043"/>
                </a:lnTo>
                <a:lnTo>
                  <a:pt x="3818183" y="2914278"/>
                </a:lnTo>
                <a:lnTo>
                  <a:pt x="4073795" y="3350717"/>
                </a:lnTo>
                <a:lnTo>
                  <a:pt x="3956165" y="2677353"/>
                </a:lnTo>
                <a:lnTo>
                  <a:pt x="4225079" y="2781449"/>
                </a:lnTo>
                <a:lnTo>
                  <a:pt x="4396976" y="4007049"/>
                </a:lnTo>
                <a:lnTo>
                  <a:pt x="3913656" y="4175596"/>
                </a:lnTo>
                <a:lnTo>
                  <a:pt x="5752055" y="4255964"/>
                </a:lnTo>
                <a:lnTo>
                  <a:pt x="5852514" y="3518148"/>
                </a:lnTo>
                <a:lnTo>
                  <a:pt x="5555602" y="3922217"/>
                </a:lnTo>
                <a:lnTo>
                  <a:pt x="4914897" y="3841849"/>
                </a:lnTo>
                <a:lnTo>
                  <a:pt x="5049959" y="3479081"/>
                </a:lnTo>
                <a:lnTo>
                  <a:pt x="5390403" y="3524846"/>
                </a:lnTo>
                <a:lnTo>
                  <a:pt x="5512070" y="3716834"/>
                </a:lnTo>
                <a:lnTo>
                  <a:pt x="5468538" y="2944416"/>
                </a:lnTo>
                <a:lnTo>
                  <a:pt x="5354684" y="3119661"/>
                </a:lnTo>
                <a:lnTo>
                  <a:pt x="4970708" y="3208958"/>
                </a:lnTo>
                <a:lnTo>
                  <a:pt x="5052192" y="2868514"/>
                </a:lnTo>
                <a:lnTo>
                  <a:pt x="5590205" y="2866281"/>
                </a:lnTo>
                <a:lnTo>
                  <a:pt x="5772147" y="3053805"/>
                </a:lnTo>
                <a:lnTo>
                  <a:pt x="5662758" y="2541464"/>
                </a:lnTo>
                <a:lnTo>
                  <a:pt x="3952823" y="2658224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fr-FR" dirty="0"/>
          </a:p>
        </p:txBody>
      </p:sp>
      <p:sp>
        <p:nvSpPr>
          <p:cNvPr id="14" name="Cercle : creux 13">
            <a:extLst>
              <a:ext uri="{FF2B5EF4-FFF2-40B4-BE49-F238E27FC236}">
                <a16:creationId xmlns:a16="http://schemas.microsoft.com/office/drawing/2014/main" id="{8A1B771D-CD47-62A9-2233-59275FC475E8}"/>
              </a:ext>
            </a:extLst>
          </p:cNvPr>
          <p:cNvSpPr/>
          <p:nvPr/>
        </p:nvSpPr>
        <p:spPr>
          <a:xfrm>
            <a:off x="-1996633" y="1467091"/>
            <a:ext cx="3993265" cy="3923818"/>
          </a:xfrm>
          <a:prstGeom prst="donut">
            <a:avLst/>
          </a:prstGeom>
          <a:gradFill flip="none" rotWithShape="1">
            <a:gsLst>
              <a:gs pos="0">
                <a:srgbClr val="7030A0">
                  <a:shade val="30000"/>
                  <a:satMod val="115000"/>
                </a:srgbClr>
              </a:gs>
              <a:gs pos="50000">
                <a:srgbClr val="7030A0">
                  <a:shade val="67500"/>
                  <a:satMod val="115000"/>
                </a:srgbClr>
              </a:gs>
              <a:gs pos="100000">
                <a:srgbClr val="7030A0">
                  <a:shade val="100000"/>
                  <a:satMod val="115000"/>
                </a:srgb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16" name="Arc plein 15">
            <a:extLst>
              <a:ext uri="{FF2B5EF4-FFF2-40B4-BE49-F238E27FC236}">
                <a16:creationId xmlns:a16="http://schemas.microsoft.com/office/drawing/2014/main" id="{F23C88B3-D53F-B5D1-D8FA-A212D4FB73F9}"/>
              </a:ext>
            </a:extLst>
          </p:cNvPr>
          <p:cNvSpPr/>
          <p:nvPr/>
        </p:nvSpPr>
        <p:spPr>
          <a:xfrm rot="18650359">
            <a:off x="-1996633" y="1467091"/>
            <a:ext cx="3993265" cy="3923818"/>
          </a:xfrm>
          <a:prstGeom prst="blockArc">
            <a:avLst>
              <a:gd name="adj1" fmla="val 18889740"/>
              <a:gd name="adj2" fmla="val 0"/>
              <a:gd name="adj3" fmla="val 25000"/>
            </a:avLst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pic>
        <p:nvPicPr>
          <p:cNvPr id="3" name="Graphique 2" descr="Livres sur une étagère avec un remplissage uni">
            <a:extLst>
              <a:ext uri="{FF2B5EF4-FFF2-40B4-BE49-F238E27FC236}">
                <a16:creationId xmlns:a16="http://schemas.microsoft.com/office/drawing/2014/main" id="{0F10EE7E-C30F-83B1-4D66-3C8D80B4490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60314" y="4311445"/>
            <a:ext cx="914400" cy="914400"/>
          </a:xfrm>
          <a:prstGeom prst="rect">
            <a:avLst/>
          </a:prstGeom>
        </p:spPr>
      </p:pic>
      <p:pic>
        <p:nvPicPr>
          <p:cNvPr id="5" name="Graphique 4" descr="Informatique hébergé avec un remplissage uni">
            <a:extLst>
              <a:ext uri="{FF2B5EF4-FFF2-40B4-BE49-F238E27FC236}">
                <a16:creationId xmlns:a16="http://schemas.microsoft.com/office/drawing/2014/main" id="{161DC34E-E9AA-9C69-D46E-D64C1F6145E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61678" y="3429000"/>
            <a:ext cx="914400" cy="914400"/>
          </a:xfrm>
          <a:prstGeom prst="rect">
            <a:avLst/>
          </a:prstGeom>
        </p:spPr>
      </p:pic>
      <p:pic>
        <p:nvPicPr>
          <p:cNvPr id="7" name="Graphique 6" descr="Ordinateur avec un remplissage uni">
            <a:extLst>
              <a:ext uri="{FF2B5EF4-FFF2-40B4-BE49-F238E27FC236}">
                <a16:creationId xmlns:a16="http://schemas.microsoft.com/office/drawing/2014/main" id="{4992239F-790C-EF47-28B6-1A07B804A63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958" y="1585496"/>
            <a:ext cx="914400" cy="914400"/>
          </a:xfrm>
          <a:prstGeom prst="rect">
            <a:avLst/>
          </a:prstGeom>
        </p:spPr>
      </p:pic>
      <p:pic>
        <p:nvPicPr>
          <p:cNvPr id="10" name="Graphique 9" descr="Enveloppe avec un remplissage uni">
            <a:extLst>
              <a:ext uri="{FF2B5EF4-FFF2-40B4-BE49-F238E27FC236}">
                <a16:creationId xmlns:a16="http://schemas.microsoft.com/office/drawing/2014/main" id="{C8A54169-C939-317A-DAE7-25576C735A29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29358" y="2357688"/>
            <a:ext cx="914400" cy="914400"/>
          </a:xfrm>
          <a:prstGeom prst="rect">
            <a:avLst/>
          </a:prstGeom>
        </p:spPr>
      </p:pic>
      <p:sp>
        <p:nvSpPr>
          <p:cNvPr id="2" name="ZoneTexte 1">
            <a:extLst>
              <a:ext uri="{FF2B5EF4-FFF2-40B4-BE49-F238E27FC236}">
                <a16:creationId xmlns:a16="http://schemas.microsoft.com/office/drawing/2014/main" id="{A4C52B31-014A-A94B-1499-7222E64586FF}"/>
              </a:ext>
            </a:extLst>
          </p:cNvPr>
          <p:cNvSpPr txBox="1"/>
          <p:nvPr/>
        </p:nvSpPr>
        <p:spPr>
          <a:xfrm>
            <a:off x="2366103" y="169147"/>
            <a:ext cx="497812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4800" dirty="0">
                <a:latin typeface="Algerian" panose="04020705040A02060702" pitchFamily="82" charset="0"/>
              </a:rPr>
              <a:t>Page d’accueil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147CB2E3-C9AB-5610-0767-0770C78B6FA0}"/>
              </a:ext>
            </a:extLst>
          </p:cNvPr>
          <p:cNvSpPr txBox="1"/>
          <p:nvPr/>
        </p:nvSpPr>
        <p:spPr>
          <a:xfrm>
            <a:off x="8870203" y="1585496"/>
            <a:ext cx="2040943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4400" dirty="0">
                <a:latin typeface="Algerian" panose="04020705040A02060702" pitchFamily="82" charset="0"/>
              </a:rPr>
              <a:t>- Titre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16910211-9419-B4DB-9EFA-109919C44025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 r="-456" b="5797"/>
          <a:stretch>
            <a:fillRect/>
          </a:stretch>
        </p:blipFill>
        <p:spPr>
          <a:xfrm>
            <a:off x="8961317" y="0"/>
            <a:ext cx="32909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363262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32C6A1-DB66-60F2-FD30-9CD5203A41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7">
            <a:extLst>
              <a:ext uri="{FF2B5EF4-FFF2-40B4-BE49-F238E27FC236}">
                <a16:creationId xmlns:a16="http://schemas.microsoft.com/office/drawing/2014/main" id="{69D8E890-5669-ED9D-A63A-0DA7925C95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69" y="7740445"/>
            <a:ext cx="12180831" cy="5093110"/>
          </a:xfrm>
          <a:prstGeom prst="rect">
            <a:avLst/>
          </a:prstGeom>
        </p:spPr>
      </p:pic>
      <p:sp>
        <p:nvSpPr>
          <p:cNvPr id="11" name="Forme libre : forme 10">
            <a:extLst>
              <a:ext uri="{FF2B5EF4-FFF2-40B4-BE49-F238E27FC236}">
                <a16:creationId xmlns:a16="http://schemas.microsoft.com/office/drawing/2014/main" id="{8578A9C5-1762-8A05-E2E2-864051DA9ECF}"/>
              </a:ext>
            </a:extLst>
          </p:cNvPr>
          <p:cNvSpPr/>
          <p:nvPr/>
        </p:nvSpPr>
        <p:spPr>
          <a:xfrm>
            <a:off x="0" y="685800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6619351" y="2948881"/>
                </a:moveTo>
                <a:cubicBezTo>
                  <a:pt x="6697486" y="2982367"/>
                  <a:pt x="6754785" y="3019946"/>
                  <a:pt x="6791248" y="3061618"/>
                </a:cubicBezTo>
                <a:cubicBezTo>
                  <a:pt x="6827711" y="3103290"/>
                  <a:pt x="6845942" y="3151659"/>
                  <a:pt x="6845942" y="3206726"/>
                </a:cubicBezTo>
                <a:cubicBezTo>
                  <a:pt x="6845942" y="3251374"/>
                  <a:pt x="6833850" y="3291186"/>
                  <a:pt x="6809665" y="3326160"/>
                </a:cubicBezTo>
                <a:cubicBezTo>
                  <a:pt x="6785481" y="3361135"/>
                  <a:pt x="6757761" y="3378622"/>
                  <a:pt x="6726507" y="3378622"/>
                </a:cubicBezTo>
                <a:cubicBezTo>
                  <a:pt x="6704183" y="3378622"/>
                  <a:pt x="6679627" y="3374715"/>
                  <a:pt x="6652838" y="3366902"/>
                </a:cubicBezTo>
                <a:cubicBezTo>
                  <a:pt x="6626048" y="3359088"/>
                  <a:pt x="6600376" y="3348484"/>
                  <a:pt x="6575819" y="3335090"/>
                </a:cubicBezTo>
                <a:close/>
                <a:moveTo>
                  <a:pt x="8774828" y="2877443"/>
                </a:moveTo>
                <a:lnTo>
                  <a:pt x="8929982" y="3322811"/>
                </a:lnTo>
                <a:lnTo>
                  <a:pt x="8624140" y="3426619"/>
                </a:lnTo>
                <a:close/>
                <a:moveTo>
                  <a:pt x="7020071" y="2569369"/>
                </a:moveTo>
                <a:cubicBezTo>
                  <a:pt x="6983608" y="2569369"/>
                  <a:pt x="6941936" y="2571043"/>
                  <a:pt x="6895055" y="2574392"/>
                </a:cubicBezTo>
                <a:cubicBezTo>
                  <a:pt x="6848174" y="2577741"/>
                  <a:pt x="6791992" y="2583508"/>
                  <a:pt x="6726507" y="2591693"/>
                </a:cubicBezTo>
                <a:lnTo>
                  <a:pt x="5869257" y="2689920"/>
                </a:lnTo>
                <a:lnTo>
                  <a:pt x="6221980" y="2842841"/>
                </a:lnTo>
                <a:lnTo>
                  <a:pt x="6059013" y="4063975"/>
                </a:lnTo>
                <a:lnTo>
                  <a:pt x="5901627" y="4175596"/>
                </a:lnTo>
                <a:lnTo>
                  <a:pt x="6845942" y="4281636"/>
                </a:lnTo>
                <a:lnTo>
                  <a:pt x="6594795" y="4059511"/>
                </a:lnTo>
                <a:lnTo>
                  <a:pt x="6562424" y="3662139"/>
                </a:lnTo>
                <a:cubicBezTo>
                  <a:pt x="6581772" y="3665860"/>
                  <a:pt x="6600562" y="3669395"/>
                  <a:pt x="6618793" y="3672743"/>
                </a:cubicBezTo>
                <a:cubicBezTo>
                  <a:pt x="6637025" y="3676092"/>
                  <a:pt x="6654698" y="3678511"/>
                  <a:pt x="6671813" y="3679999"/>
                </a:cubicBezTo>
                <a:lnTo>
                  <a:pt x="7094857" y="4194572"/>
                </a:lnTo>
                <a:lnTo>
                  <a:pt x="7005560" y="4363120"/>
                </a:lnTo>
                <a:lnTo>
                  <a:pt x="7753421" y="4111972"/>
                </a:lnTo>
                <a:lnTo>
                  <a:pt x="7116065" y="3677766"/>
                </a:lnTo>
                <a:cubicBezTo>
                  <a:pt x="7312518" y="3642048"/>
                  <a:pt x="7460602" y="3577121"/>
                  <a:pt x="7560317" y="3482988"/>
                </a:cubicBezTo>
                <a:cubicBezTo>
                  <a:pt x="7660032" y="3388854"/>
                  <a:pt x="7709889" y="3267001"/>
                  <a:pt x="7709889" y="3117429"/>
                </a:cubicBezTo>
                <a:cubicBezTo>
                  <a:pt x="7709889" y="2937346"/>
                  <a:pt x="7651474" y="2800983"/>
                  <a:pt x="7534644" y="2708337"/>
                </a:cubicBezTo>
                <a:cubicBezTo>
                  <a:pt x="7417814" y="2615692"/>
                  <a:pt x="7246289" y="2569369"/>
                  <a:pt x="7020071" y="2569369"/>
                </a:cubicBezTo>
                <a:close/>
                <a:moveTo>
                  <a:pt x="8074964" y="2548161"/>
                </a:moveTo>
                <a:lnTo>
                  <a:pt x="8269185" y="2674293"/>
                </a:lnTo>
                <a:lnTo>
                  <a:pt x="7926508" y="4007049"/>
                </a:lnTo>
                <a:lnTo>
                  <a:pt x="7668664" y="4199037"/>
                </a:lnTo>
                <a:lnTo>
                  <a:pt x="8726832" y="4123135"/>
                </a:lnTo>
                <a:lnTo>
                  <a:pt x="8569446" y="4000351"/>
                </a:lnTo>
                <a:lnTo>
                  <a:pt x="8674370" y="3712369"/>
                </a:lnTo>
                <a:lnTo>
                  <a:pt x="9036022" y="3684464"/>
                </a:lnTo>
                <a:lnTo>
                  <a:pt x="9106343" y="3931146"/>
                </a:lnTo>
                <a:lnTo>
                  <a:pt x="8857428" y="4264893"/>
                </a:lnTo>
                <a:lnTo>
                  <a:pt x="9830764" y="3963516"/>
                </a:lnTo>
                <a:lnTo>
                  <a:pt x="9618684" y="3899892"/>
                </a:lnTo>
                <a:lnTo>
                  <a:pt x="9081786" y="2701082"/>
                </a:lnTo>
                <a:lnTo>
                  <a:pt x="9387628" y="2591693"/>
                </a:lnTo>
                <a:close/>
                <a:moveTo>
                  <a:pt x="3932036" y="2539231"/>
                </a:moveTo>
                <a:lnTo>
                  <a:pt x="2235396" y="2698849"/>
                </a:lnTo>
                <a:lnTo>
                  <a:pt x="2624953" y="2884140"/>
                </a:lnTo>
                <a:lnTo>
                  <a:pt x="2487660" y="4002584"/>
                </a:lnTo>
                <a:lnTo>
                  <a:pt x="2235396" y="4168899"/>
                </a:lnTo>
                <a:lnTo>
                  <a:pt x="3563686" y="4262661"/>
                </a:lnTo>
                <a:lnTo>
                  <a:pt x="3338212" y="4114205"/>
                </a:lnTo>
                <a:lnTo>
                  <a:pt x="3212081" y="3620840"/>
                </a:lnTo>
                <a:lnTo>
                  <a:pt x="3611684" y="3643164"/>
                </a:lnTo>
                <a:lnTo>
                  <a:pt x="3849437" y="3972446"/>
                </a:lnTo>
                <a:lnTo>
                  <a:pt x="3637357" y="3037061"/>
                </a:lnTo>
                <a:lnTo>
                  <a:pt x="3517922" y="3204493"/>
                </a:lnTo>
                <a:lnTo>
                  <a:pt x="3234404" y="3326160"/>
                </a:lnTo>
                <a:lnTo>
                  <a:pt x="3155153" y="2960043"/>
                </a:lnTo>
                <a:lnTo>
                  <a:pt x="3818183" y="2914278"/>
                </a:lnTo>
                <a:lnTo>
                  <a:pt x="4073795" y="3350717"/>
                </a:lnTo>
                <a:lnTo>
                  <a:pt x="3956165" y="2677353"/>
                </a:lnTo>
                <a:lnTo>
                  <a:pt x="4225079" y="2781449"/>
                </a:lnTo>
                <a:lnTo>
                  <a:pt x="4396976" y="4007049"/>
                </a:lnTo>
                <a:lnTo>
                  <a:pt x="3913656" y="4175596"/>
                </a:lnTo>
                <a:lnTo>
                  <a:pt x="5752055" y="4255964"/>
                </a:lnTo>
                <a:lnTo>
                  <a:pt x="5852514" y="3518148"/>
                </a:lnTo>
                <a:lnTo>
                  <a:pt x="5555602" y="3922217"/>
                </a:lnTo>
                <a:lnTo>
                  <a:pt x="4914897" y="3841849"/>
                </a:lnTo>
                <a:lnTo>
                  <a:pt x="5049959" y="3479081"/>
                </a:lnTo>
                <a:lnTo>
                  <a:pt x="5390403" y="3524846"/>
                </a:lnTo>
                <a:lnTo>
                  <a:pt x="5512070" y="3716834"/>
                </a:lnTo>
                <a:lnTo>
                  <a:pt x="5468538" y="2944416"/>
                </a:lnTo>
                <a:lnTo>
                  <a:pt x="5354684" y="3119661"/>
                </a:lnTo>
                <a:lnTo>
                  <a:pt x="4970708" y="3208958"/>
                </a:lnTo>
                <a:lnTo>
                  <a:pt x="5052192" y="2868514"/>
                </a:lnTo>
                <a:lnTo>
                  <a:pt x="5590205" y="2866281"/>
                </a:lnTo>
                <a:lnTo>
                  <a:pt x="5772147" y="3053805"/>
                </a:lnTo>
                <a:lnTo>
                  <a:pt x="5662758" y="2541464"/>
                </a:lnTo>
                <a:lnTo>
                  <a:pt x="3952823" y="2658224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fr-FR" dirty="0"/>
          </a:p>
        </p:txBody>
      </p:sp>
      <p:sp>
        <p:nvSpPr>
          <p:cNvPr id="14" name="Cercle : creux 13">
            <a:extLst>
              <a:ext uri="{FF2B5EF4-FFF2-40B4-BE49-F238E27FC236}">
                <a16:creationId xmlns:a16="http://schemas.microsoft.com/office/drawing/2014/main" id="{2FF74F08-9D84-008D-37A7-CF5C5F1CC503}"/>
              </a:ext>
            </a:extLst>
          </p:cNvPr>
          <p:cNvSpPr/>
          <p:nvPr/>
        </p:nvSpPr>
        <p:spPr>
          <a:xfrm>
            <a:off x="-1996633" y="1467091"/>
            <a:ext cx="3993265" cy="3923818"/>
          </a:xfrm>
          <a:prstGeom prst="donut">
            <a:avLst/>
          </a:prstGeom>
          <a:gradFill flip="none" rotWithShape="1">
            <a:gsLst>
              <a:gs pos="0">
                <a:srgbClr val="7030A0">
                  <a:shade val="30000"/>
                  <a:satMod val="115000"/>
                </a:srgbClr>
              </a:gs>
              <a:gs pos="50000">
                <a:srgbClr val="7030A0">
                  <a:shade val="67500"/>
                  <a:satMod val="115000"/>
                </a:srgbClr>
              </a:gs>
              <a:gs pos="100000">
                <a:srgbClr val="7030A0">
                  <a:shade val="100000"/>
                  <a:satMod val="115000"/>
                </a:srgb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16" name="Arc plein 15">
            <a:extLst>
              <a:ext uri="{FF2B5EF4-FFF2-40B4-BE49-F238E27FC236}">
                <a16:creationId xmlns:a16="http://schemas.microsoft.com/office/drawing/2014/main" id="{C2AE1824-CCD4-6F9F-224D-6B25B4642A23}"/>
              </a:ext>
            </a:extLst>
          </p:cNvPr>
          <p:cNvSpPr/>
          <p:nvPr/>
        </p:nvSpPr>
        <p:spPr>
          <a:xfrm rot="18650359">
            <a:off x="-1996633" y="1467091"/>
            <a:ext cx="3993265" cy="3923818"/>
          </a:xfrm>
          <a:prstGeom prst="blockArc">
            <a:avLst>
              <a:gd name="adj1" fmla="val 18889740"/>
              <a:gd name="adj2" fmla="val 0"/>
              <a:gd name="adj3" fmla="val 25000"/>
            </a:avLst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pic>
        <p:nvPicPr>
          <p:cNvPr id="3" name="Graphique 2" descr="Livres sur une étagère avec un remplissage uni">
            <a:extLst>
              <a:ext uri="{FF2B5EF4-FFF2-40B4-BE49-F238E27FC236}">
                <a16:creationId xmlns:a16="http://schemas.microsoft.com/office/drawing/2014/main" id="{9247D77E-69D7-23EE-FF09-8E283AB69C0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60314" y="4311445"/>
            <a:ext cx="914400" cy="914400"/>
          </a:xfrm>
          <a:prstGeom prst="rect">
            <a:avLst/>
          </a:prstGeom>
        </p:spPr>
      </p:pic>
      <p:pic>
        <p:nvPicPr>
          <p:cNvPr id="5" name="Graphique 4" descr="Informatique hébergé avec un remplissage uni">
            <a:extLst>
              <a:ext uri="{FF2B5EF4-FFF2-40B4-BE49-F238E27FC236}">
                <a16:creationId xmlns:a16="http://schemas.microsoft.com/office/drawing/2014/main" id="{6A5D3A11-A132-BD71-22F4-21CDE0BDDEB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61678" y="3429000"/>
            <a:ext cx="914400" cy="914400"/>
          </a:xfrm>
          <a:prstGeom prst="rect">
            <a:avLst/>
          </a:prstGeom>
        </p:spPr>
      </p:pic>
      <p:pic>
        <p:nvPicPr>
          <p:cNvPr id="7" name="Graphique 6" descr="Ordinateur avec un remplissage uni">
            <a:extLst>
              <a:ext uri="{FF2B5EF4-FFF2-40B4-BE49-F238E27FC236}">
                <a16:creationId xmlns:a16="http://schemas.microsoft.com/office/drawing/2014/main" id="{34900114-A03F-D872-ED33-D5D4FCB2281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958" y="1585496"/>
            <a:ext cx="914400" cy="914400"/>
          </a:xfrm>
          <a:prstGeom prst="rect">
            <a:avLst/>
          </a:prstGeom>
        </p:spPr>
      </p:pic>
      <p:pic>
        <p:nvPicPr>
          <p:cNvPr id="10" name="Graphique 9" descr="Enveloppe avec un remplissage uni">
            <a:extLst>
              <a:ext uri="{FF2B5EF4-FFF2-40B4-BE49-F238E27FC236}">
                <a16:creationId xmlns:a16="http://schemas.microsoft.com/office/drawing/2014/main" id="{DF93CD11-24EA-F6C5-8ECB-E2686D5A1649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29358" y="2357688"/>
            <a:ext cx="914400" cy="914400"/>
          </a:xfrm>
          <a:prstGeom prst="rect">
            <a:avLst/>
          </a:prstGeom>
        </p:spPr>
      </p:pic>
      <p:sp>
        <p:nvSpPr>
          <p:cNvPr id="2" name="ZoneTexte 1">
            <a:extLst>
              <a:ext uri="{FF2B5EF4-FFF2-40B4-BE49-F238E27FC236}">
                <a16:creationId xmlns:a16="http://schemas.microsoft.com/office/drawing/2014/main" id="{5941ABAE-9F13-FB62-6051-E7DBAC1955A1}"/>
              </a:ext>
            </a:extLst>
          </p:cNvPr>
          <p:cNvSpPr txBox="1"/>
          <p:nvPr/>
        </p:nvSpPr>
        <p:spPr>
          <a:xfrm>
            <a:off x="2366103" y="169147"/>
            <a:ext cx="497812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4800" dirty="0">
                <a:latin typeface="Algerian" panose="04020705040A02060702" pitchFamily="82" charset="0"/>
              </a:rPr>
              <a:t>Page d’accueil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6F6B3AF2-4F7C-E0D3-B772-7DC63D310271}"/>
              </a:ext>
            </a:extLst>
          </p:cNvPr>
          <p:cNvSpPr txBox="1"/>
          <p:nvPr/>
        </p:nvSpPr>
        <p:spPr>
          <a:xfrm>
            <a:off x="2366103" y="1620924"/>
            <a:ext cx="2040943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4400" dirty="0">
                <a:latin typeface="Algerian" panose="04020705040A02060702" pitchFamily="82" charset="0"/>
              </a:rPr>
              <a:t>- Titre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2AEDDE2C-7A63-06AA-E370-A6F7E397A608}"/>
              </a:ext>
            </a:extLst>
          </p:cNvPr>
          <p:cNvSpPr txBox="1"/>
          <p:nvPr/>
        </p:nvSpPr>
        <p:spPr>
          <a:xfrm>
            <a:off x="8990005" y="2887367"/>
            <a:ext cx="6524543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4400" dirty="0">
                <a:latin typeface="Algerian" panose="04020705040A02060702" pitchFamily="82" charset="0"/>
              </a:rPr>
              <a:t>- Bouton de connexion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EC465F00-80D0-0B90-8753-084A2B42D325}"/>
              </a:ext>
            </a:extLst>
          </p:cNvPr>
          <p:cNvSpPr txBox="1"/>
          <p:nvPr/>
        </p:nvSpPr>
        <p:spPr>
          <a:xfrm>
            <a:off x="9100448" y="4045370"/>
            <a:ext cx="6183103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fr-FR" sz="4400" dirty="0">
                <a:latin typeface="Algerian" panose="04020705040A02060702" pitchFamily="82" charset="0"/>
              </a:rPr>
              <a:t>Bouton de création</a:t>
            </a:r>
          </a:p>
          <a:p>
            <a:r>
              <a:rPr lang="fr-FR" sz="4400" dirty="0">
                <a:latin typeface="Algerian" panose="04020705040A02060702" pitchFamily="82" charset="0"/>
              </a:rPr>
              <a:t>De compte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6EBDD3B3-54BB-8F84-E023-A116ECD069F0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 r="-456" b="5797"/>
          <a:stretch>
            <a:fillRect/>
          </a:stretch>
        </p:blipFill>
        <p:spPr>
          <a:xfrm>
            <a:off x="8961317" y="0"/>
            <a:ext cx="32909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850937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1A278D-B7FE-FBB7-245B-20DC5CD0B0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7">
            <a:extLst>
              <a:ext uri="{FF2B5EF4-FFF2-40B4-BE49-F238E27FC236}">
                <a16:creationId xmlns:a16="http://schemas.microsoft.com/office/drawing/2014/main" id="{0942B18D-69D0-F962-E072-E75DAA11C4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69" y="7740445"/>
            <a:ext cx="12180831" cy="5093110"/>
          </a:xfrm>
          <a:prstGeom prst="rect">
            <a:avLst/>
          </a:prstGeom>
        </p:spPr>
      </p:pic>
      <p:sp>
        <p:nvSpPr>
          <p:cNvPr id="11" name="Forme libre : forme 10">
            <a:extLst>
              <a:ext uri="{FF2B5EF4-FFF2-40B4-BE49-F238E27FC236}">
                <a16:creationId xmlns:a16="http://schemas.microsoft.com/office/drawing/2014/main" id="{1326E9AE-1CB7-D167-C483-0F7A657238B3}"/>
              </a:ext>
            </a:extLst>
          </p:cNvPr>
          <p:cNvSpPr/>
          <p:nvPr/>
        </p:nvSpPr>
        <p:spPr>
          <a:xfrm>
            <a:off x="0" y="685800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6619351" y="2948881"/>
                </a:moveTo>
                <a:cubicBezTo>
                  <a:pt x="6697486" y="2982367"/>
                  <a:pt x="6754785" y="3019946"/>
                  <a:pt x="6791248" y="3061618"/>
                </a:cubicBezTo>
                <a:cubicBezTo>
                  <a:pt x="6827711" y="3103290"/>
                  <a:pt x="6845942" y="3151659"/>
                  <a:pt x="6845942" y="3206726"/>
                </a:cubicBezTo>
                <a:cubicBezTo>
                  <a:pt x="6845942" y="3251374"/>
                  <a:pt x="6833850" y="3291186"/>
                  <a:pt x="6809665" y="3326160"/>
                </a:cubicBezTo>
                <a:cubicBezTo>
                  <a:pt x="6785481" y="3361135"/>
                  <a:pt x="6757761" y="3378622"/>
                  <a:pt x="6726507" y="3378622"/>
                </a:cubicBezTo>
                <a:cubicBezTo>
                  <a:pt x="6704183" y="3378622"/>
                  <a:pt x="6679627" y="3374715"/>
                  <a:pt x="6652838" y="3366902"/>
                </a:cubicBezTo>
                <a:cubicBezTo>
                  <a:pt x="6626048" y="3359088"/>
                  <a:pt x="6600376" y="3348484"/>
                  <a:pt x="6575819" y="3335090"/>
                </a:cubicBezTo>
                <a:close/>
                <a:moveTo>
                  <a:pt x="8774828" y="2877443"/>
                </a:moveTo>
                <a:lnTo>
                  <a:pt x="8929982" y="3322811"/>
                </a:lnTo>
                <a:lnTo>
                  <a:pt x="8624140" y="3426619"/>
                </a:lnTo>
                <a:close/>
                <a:moveTo>
                  <a:pt x="7020071" y="2569369"/>
                </a:moveTo>
                <a:cubicBezTo>
                  <a:pt x="6983608" y="2569369"/>
                  <a:pt x="6941936" y="2571043"/>
                  <a:pt x="6895055" y="2574392"/>
                </a:cubicBezTo>
                <a:cubicBezTo>
                  <a:pt x="6848174" y="2577741"/>
                  <a:pt x="6791992" y="2583508"/>
                  <a:pt x="6726507" y="2591693"/>
                </a:cubicBezTo>
                <a:lnTo>
                  <a:pt x="5869257" y="2689920"/>
                </a:lnTo>
                <a:lnTo>
                  <a:pt x="6221980" y="2842841"/>
                </a:lnTo>
                <a:lnTo>
                  <a:pt x="6059013" y="4063975"/>
                </a:lnTo>
                <a:lnTo>
                  <a:pt x="5901627" y="4175596"/>
                </a:lnTo>
                <a:lnTo>
                  <a:pt x="6845942" y="4281636"/>
                </a:lnTo>
                <a:lnTo>
                  <a:pt x="6594795" y="4059511"/>
                </a:lnTo>
                <a:lnTo>
                  <a:pt x="6562424" y="3662139"/>
                </a:lnTo>
                <a:cubicBezTo>
                  <a:pt x="6581772" y="3665860"/>
                  <a:pt x="6600562" y="3669395"/>
                  <a:pt x="6618793" y="3672743"/>
                </a:cubicBezTo>
                <a:cubicBezTo>
                  <a:pt x="6637025" y="3676092"/>
                  <a:pt x="6654698" y="3678511"/>
                  <a:pt x="6671813" y="3679999"/>
                </a:cubicBezTo>
                <a:lnTo>
                  <a:pt x="7094857" y="4194572"/>
                </a:lnTo>
                <a:lnTo>
                  <a:pt x="7005560" y="4363120"/>
                </a:lnTo>
                <a:lnTo>
                  <a:pt x="7753421" y="4111972"/>
                </a:lnTo>
                <a:lnTo>
                  <a:pt x="7116065" y="3677766"/>
                </a:lnTo>
                <a:cubicBezTo>
                  <a:pt x="7312518" y="3642048"/>
                  <a:pt x="7460602" y="3577121"/>
                  <a:pt x="7560317" y="3482988"/>
                </a:cubicBezTo>
                <a:cubicBezTo>
                  <a:pt x="7660032" y="3388854"/>
                  <a:pt x="7709889" y="3267001"/>
                  <a:pt x="7709889" y="3117429"/>
                </a:cubicBezTo>
                <a:cubicBezTo>
                  <a:pt x="7709889" y="2937346"/>
                  <a:pt x="7651474" y="2800983"/>
                  <a:pt x="7534644" y="2708337"/>
                </a:cubicBezTo>
                <a:cubicBezTo>
                  <a:pt x="7417814" y="2615692"/>
                  <a:pt x="7246289" y="2569369"/>
                  <a:pt x="7020071" y="2569369"/>
                </a:cubicBezTo>
                <a:close/>
                <a:moveTo>
                  <a:pt x="8074964" y="2548161"/>
                </a:moveTo>
                <a:lnTo>
                  <a:pt x="8269185" y="2674293"/>
                </a:lnTo>
                <a:lnTo>
                  <a:pt x="7926508" y="4007049"/>
                </a:lnTo>
                <a:lnTo>
                  <a:pt x="7668664" y="4199037"/>
                </a:lnTo>
                <a:lnTo>
                  <a:pt x="8726832" y="4123135"/>
                </a:lnTo>
                <a:lnTo>
                  <a:pt x="8569446" y="4000351"/>
                </a:lnTo>
                <a:lnTo>
                  <a:pt x="8674370" y="3712369"/>
                </a:lnTo>
                <a:lnTo>
                  <a:pt x="9036022" y="3684464"/>
                </a:lnTo>
                <a:lnTo>
                  <a:pt x="9106343" y="3931146"/>
                </a:lnTo>
                <a:lnTo>
                  <a:pt x="8857428" y="4264893"/>
                </a:lnTo>
                <a:lnTo>
                  <a:pt x="9830764" y="3963516"/>
                </a:lnTo>
                <a:lnTo>
                  <a:pt x="9618684" y="3899892"/>
                </a:lnTo>
                <a:lnTo>
                  <a:pt x="9081786" y="2701082"/>
                </a:lnTo>
                <a:lnTo>
                  <a:pt x="9387628" y="2591693"/>
                </a:lnTo>
                <a:close/>
                <a:moveTo>
                  <a:pt x="3932036" y="2539231"/>
                </a:moveTo>
                <a:lnTo>
                  <a:pt x="2235396" y="2698849"/>
                </a:lnTo>
                <a:lnTo>
                  <a:pt x="2624953" y="2884140"/>
                </a:lnTo>
                <a:lnTo>
                  <a:pt x="2487660" y="4002584"/>
                </a:lnTo>
                <a:lnTo>
                  <a:pt x="2235396" y="4168899"/>
                </a:lnTo>
                <a:lnTo>
                  <a:pt x="3563686" y="4262661"/>
                </a:lnTo>
                <a:lnTo>
                  <a:pt x="3338212" y="4114205"/>
                </a:lnTo>
                <a:lnTo>
                  <a:pt x="3212081" y="3620840"/>
                </a:lnTo>
                <a:lnTo>
                  <a:pt x="3611684" y="3643164"/>
                </a:lnTo>
                <a:lnTo>
                  <a:pt x="3849437" y="3972446"/>
                </a:lnTo>
                <a:lnTo>
                  <a:pt x="3637357" y="3037061"/>
                </a:lnTo>
                <a:lnTo>
                  <a:pt x="3517922" y="3204493"/>
                </a:lnTo>
                <a:lnTo>
                  <a:pt x="3234404" y="3326160"/>
                </a:lnTo>
                <a:lnTo>
                  <a:pt x="3155153" y="2960043"/>
                </a:lnTo>
                <a:lnTo>
                  <a:pt x="3818183" y="2914278"/>
                </a:lnTo>
                <a:lnTo>
                  <a:pt x="4073795" y="3350717"/>
                </a:lnTo>
                <a:lnTo>
                  <a:pt x="3956165" y="2677353"/>
                </a:lnTo>
                <a:lnTo>
                  <a:pt x="4225079" y="2781449"/>
                </a:lnTo>
                <a:lnTo>
                  <a:pt x="4396976" y="4007049"/>
                </a:lnTo>
                <a:lnTo>
                  <a:pt x="3913656" y="4175596"/>
                </a:lnTo>
                <a:lnTo>
                  <a:pt x="5752055" y="4255964"/>
                </a:lnTo>
                <a:lnTo>
                  <a:pt x="5852514" y="3518148"/>
                </a:lnTo>
                <a:lnTo>
                  <a:pt x="5555602" y="3922217"/>
                </a:lnTo>
                <a:lnTo>
                  <a:pt x="4914897" y="3841849"/>
                </a:lnTo>
                <a:lnTo>
                  <a:pt x="5049959" y="3479081"/>
                </a:lnTo>
                <a:lnTo>
                  <a:pt x="5390403" y="3524846"/>
                </a:lnTo>
                <a:lnTo>
                  <a:pt x="5512070" y="3716834"/>
                </a:lnTo>
                <a:lnTo>
                  <a:pt x="5468538" y="2944416"/>
                </a:lnTo>
                <a:lnTo>
                  <a:pt x="5354684" y="3119661"/>
                </a:lnTo>
                <a:lnTo>
                  <a:pt x="4970708" y="3208958"/>
                </a:lnTo>
                <a:lnTo>
                  <a:pt x="5052192" y="2868514"/>
                </a:lnTo>
                <a:lnTo>
                  <a:pt x="5590205" y="2866281"/>
                </a:lnTo>
                <a:lnTo>
                  <a:pt x="5772147" y="3053805"/>
                </a:lnTo>
                <a:lnTo>
                  <a:pt x="5662758" y="2541464"/>
                </a:lnTo>
                <a:lnTo>
                  <a:pt x="3952823" y="2658224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fr-FR" dirty="0"/>
          </a:p>
        </p:txBody>
      </p:sp>
      <p:sp>
        <p:nvSpPr>
          <p:cNvPr id="14" name="Cercle : creux 13">
            <a:extLst>
              <a:ext uri="{FF2B5EF4-FFF2-40B4-BE49-F238E27FC236}">
                <a16:creationId xmlns:a16="http://schemas.microsoft.com/office/drawing/2014/main" id="{D5F1E4B8-3F7E-0B55-FFC1-C293A1A0F921}"/>
              </a:ext>
            </a:extLst>
          </p:cNvPr>
          <p:cNvSpPr/>
          <p:nvPr/>
        </p:nvSpPr>
        <p:spPr>
          <a:xfrm>
            <a:off x="-1996633" y="1467091"/>
            <a:ext cx="3993265" cy="3923818"/>
          </a:xfrm>
          <a:prstGeom prst="donut">
            <a:avLst/>
          </a:prstGeom>
          <a:gradFill flip="none" rotWithShape="1">
            <a:gsLst>
              <a:gs pos="0">
                <a:srgbClr val="7030A0">
                  <a:shade val="30000"/>
                  <a:satMod val="115000"/>
                </a:srgbClr>
              </a:gs>
              <a:gs pos="50000">
                <a:srgbClr val="7030A0">
                  <a:shade val="67500"/>
                  <a:satMod val="115000"/>
                </a:srgbClr>
              </a:gs>
              <a:gs pos="100000">
                <a:srgbClr val="7030A0">
                  <a:shade val="100000"/>
                  <a:satMod val="115000"/>
                </a:srgb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16" name="Arc plein 15">
            <a:extLst>
              <a:ext uri="{FF2B5EF4-FFF2-40B4-BE49-F238E27FC236}">
                <a16:creationId xmlns:a16="http://schemas.microsoft.com/office/drawing/2014/main" id="{7A58A65D-0F86-E54D-BE24-1AFD504B1D1E}"/>
              </a:ext>
            </a:extLst>
          </p:cNvPr>
          <p:cNvSpPr/>
          <p:nvPr/>
        </p:nvSpPr>
        <p:spPr>
          <a:xfrm rot="18650359">
            <a:off x="-1996633" y="1467091"/>
            <a:ext cx="3993265" cy="3923818"/>
          </a:xfrm>
          <a:prstGeom prst="blockArc">
            <a:avLst>
              <a:gd name="adj1" fmla="val 18889740"/>
              <a:gd name="adj2" fmla="val 0"/>
              <a:gd name="adj3" fmla="val 25000"/>
            </a:avLst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pic>
        <p:nvPicPr>
          <p:cNvPr id="3" name="Graphique 2" descr="Livres sur une étagère avec un remplissage uni">
            <a:extLst>
              <a:ext uri="{FF2B5EF4-FFF2-40B4-BE49-F238E27FC236}">
                <a16:creationId xmlns:a16="http://schemas.microsoft.com/office/drawing/2014/main" id="{3E0AC764-EA00-8298-3076-382E012458F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60314" y="4311445"/>
            <a:ext cx="914400" cy="914400"/>
          </a:xfrm>
          <a:prstGeom prst="rect">
            <a:avLst/>
          </a:prstGeom>
        </p:spPr>
      </p:pic>
      <p:pic>
        <p:nvPicPr>
          <p:cNvPr id="5" name="Graphique 4" descr="Informatique hébergé avec un remplissage uni">
            <a:extLst>
              <a:ext uri="{FF2B5EF4-FFF2-40B4-BE49-F238E27FC236}">
                <a16:creationId xmlns:a16="http://schemas.microsoft.com/office/drawing/2014/main" id="{4707A36F-C474-9964-82D9-45977E75F4D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61678" y="3429000"/>
            <a:ext cx="914400" cy="914400"/>
          </a:xfrm>
          <a:prstGeom prst="rect">
            <a:avLst/>
          </a:prstGeom>
        </p:spPr>
      </p:pic>
      <p:pic>
        <p:nvPicPr>
          <p:cNvPr id="7" name="Graphique 6" descr="Ordinateur avec un remplissage uni">
            <a:extLst>
              <a:ext uri="{FF2B5EF4-FFF2-40B4-BE49-F238E27FC236}">
                <a16:creationId xmlns:a16="http://schemas.microsoft.com/office/drawing/2014/main" id="{60D5B5D7-12D6-C08C-0A36-150ECEFE5EF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958" y="1585496"/>
            <a:ext cx="914400" cy="914400"/>
          </a:xfrm>
          <a:prstGeom prst="rect">
            <a:avLst/>
          </a:prstGeom>
        </p:spPr>
      </p:pic>
      <p:pic>
        <p:nvPicPr>
          <p:cNvPr id="10" name="Graphique 9" descr="Enveloppe avec un remplissage uni">
            <a:extLst>
              <a:ext uri="{FF2B5EF4-FFF2-40B4-BE49-F238E27FC236}">
                <a16:creationId xmlns:a16="http://schemas.microsoft.com/office/drawing/2014/main" id="{1418B194-47DE-CA39-383B-05718FBF3377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29358" y="2357688"/>
            <a:ext cx="914400" cy="914400"/>
          </a:xfrm>
          <a:prstGeom prst="rect">
            <a:avLst/>
          </a:prstGeom>
        </p:spPr>
      </p:pic>
      <p:sp>
        <p:nvSpPr>
          <p:cNvPr id="2" name="ZoneTexte 1">
            <a:extLst>
              <a:ext uri="{FF2B5EF4-FFF2-40B4-BE49-F238E27FC236}">
                <a16:creationId xmlns:a16="http://schemas.microsoft.com/office/drawing/2014/main" id="{D2DD66E6-E48D-5FCC-1A1D-CA5AEA53932D}"/>
              </a:ext>
            </a:extLst>
          </p:cNvPr>
          <p:cNvSpPr txBox="1"/>
          <p:nvPr/>
        </p:nvSpPr>
        <p:spPr>
          <a:xfrm>
            <a:off x="2366103" y="169147"/>
            <a:ext cx="497812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4800" dirty="0">
                <a:latin typeface="Algerian" panose="04020705040A02060702" pitchFamily="82" charset="0"/>
              </a:rPr>
              <a:t>Page d’accueil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55896947-7525-A104-436A-CD2E845F9067}"/>
              </a:ext>
            </a:extLst>
          </p:cNvPr>
          <p:cNvSpPr txBox="1"/>
          <p:nvPr/>
        </p:nvSpPr>
        <p:spPr>
          <a:xfrm>
            <a:off x="2366103" y="1620924"/>
            <a:ext cx="2040943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4400" dirty="0">
                <a:latin typeface="Algerian" panose="04020705040A02060702" pitchFamily="82" charset="0"/>
              </a:rPr>
              <a:t>- Titre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72DAD4F0-D9E8-5930-4565-B33219C4C2BE}"/>
              </a:ext>
            </a:extLst>
          </p:cNvPr>
          <p:cNvSpPr txBox="1"/>
          <p:nvPr/>
        </p:nvSpPr>
        <p:spPr>
          <a:xfrm>
            <a:off x="2366103" y="2887367"/>
            <a:ext cx="6524543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4400" dirty="0">
                <a:latin typeface="Algerian" panose="04020705040A02060702" pitchFamily="82" charset="0"/>
              </a:rPr>
              <a:t>- Bouton de connexion</a:t>
            </a: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2F8AB958-D5B6-95AD-C94E-60BE4D2BADD5}"/>
              </a:ext>
            </a:extLst>
          </p:cNvPr>
          <p:cNvSpPr txBox="1"/>
          <p:nvPr/>
        </p:nvSpPr>
        <p:spPr>
          <a:xfrm>
            <a:off x="8961317" y="4045370"/>
            <a:ext cx="6183103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fr-FR" sz="4400" dirty="0">
                <a:latin typeface="Algerian" panose="04020705040A02060702" pitchFamily="82" charset="0"/>
              </a:rPr>
              <a:t>Bouton de création</a:t>
            </a:r>
          </a:p>
          <a:p>
            <a:r>
              <a:rPr lang="fr-FR" sz="4400" dirty="0">
                <a:latin typeface="Algerian" panose="04020705040A02060702" pitchFamily="82" charset="0"/>
              </a:rPr>
              <a:t>De compte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857C8BC9-3AC7-8955-FA44-B07A6ECE9B4C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 r="-456" b="5797"/>
          <a:stretch>
            <a:fillRect/>
          </a:stretch>
        </p:blipFill>
        <p:spPr>
          <a:xfrm>
            <a:off x="8961317" y="0"/>
            <a:ext cx="32909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558238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01EDFD-017C-6C3B-AC96-3786A9ABAE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7">
            <a:extLst>
              <a:ext uri="{FF2B5EF4-FFF2-40B4-BE49-F238E27FC236}">
                <a16:creationId xmlns:a16="http://schemas.microsoft.com/office/drawing/2014/main" id="{CD6844BB-E72A-42A5-EA58-9E8348D571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69" y="7740445"/>
            <a:ext cx="12180831" cy="5093110"/>
          </a:xfrm>
          <a:prstGeom prst="rect">
            <a:avLst/>
          </a:prstGeom>
        </p:spPr>
      </p:pic>
      <p:sp>
        <p:nvSpPr>
          <p:cNvPr id="11" name="Forme libre : forme 10">
            <a:extLst>
              <a:ext uri="{FF2B5EF4-FFF2-40B4-BE49-F238E27FC236}">
                <a16:creationId xmlns:a16="http://schemas.microsoft.com/office/drawing/2014/main" id="{0741F31E-42FD-948B-D3B9-01CC195266D9}"/>
              </a:ext>
            </a:extLst>
          </p:cNvPr>
          <p:cNvSpPr/>
          <p:nvPr/>
        </p:nvSpPr>
        <p:spPr>
          <a:xfrm>
            <a:off x="0" y="685800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6619351" y="2948881"/>
                </a:moveTo>
                <a:cubicBezTo>
                  <a:pt x="6697486" y="2982367"/>
                  <a:pt x="6754785" y="3019946"/>
                  <a:pt x="6791248" y="3061618"/>
                </a:cubicBezTo>
                <a:cubicBezTo>
                  <a:pt x="6827711" y="3103290"/>
                  <a:pt x="6845942" y="3151659"/>
                  <a:pt x="6845942" y="3206726"/>
                </a:cubicBezTo>
                <a:cubicBezTo>
                  <a:pt x="6845942" y="3251374"/>
                  <a:pt x="6833850" y="3291186"/>
                  <a:pt x="6809665" y="3326160"/>
                </a:cubicBezTo>
                <a:cubicBezTo>
                  <a:pt x="6785481" y="3361135"/>
                  <a:pt x="6757761" y="3378622"/>
                  <a:pt x="6726507" y="3378622"/>
                </a:cubicBezTo>
                <a:cubicBezTo>
                  <a:pt x="6704183" y="3378622"/>
                  <a:pt x="6679627" y="3374715"/>
                  <a:pt x="6652838" y="3366902"/>
                </a:cubicBezTo>
                <a:cubicBezTo>
                  <a:pt x="6626048" y="3359088"/>
                  <a:pt x="6600376" y="3348484"/>
                  <a:pt x="6575819" y="3335090"/>
                </a:cubicBezTo>
                <a:close/>
                <a:moveTo>
                  <a:pt x="8774828" y="2877443"/>
                </a:moveTo>
                <a:lnTo>
                  <a:pt x="8929982" y="3322811"/>
                </a:lnTo>
                <a:lnTo>
                  <a:pt x="8624140" y="3426619"/>
                </a:lnTo>
                <a:close/>
                <a:moveTo>
                  <a:pt x="7020071" y="2569369"/>
                </a:moveTo>
                <a:cubicBezTo>
                  <a:pt x="6983608" y="2569369"/>
                  <a:pt x="6941936" y="2571043"/>
                  <a:pt x="6895055" y="2574392"/>
                </a:cubicBezTo>
                <a:cubicBezTo>
                  <a:pt x="6848174" y="2577741"/>
                  <a:pt x="6791992" y="2583508"/>
                  <a:pt x="6726507" y="2591693"/>
                </a:cubicBezTo>
                <a:lnTo>
                  <a:pt x="5869257" y="2689920"/>
                </a:lnTo>
                <a:lnTo>
                  <a:pt x="6221980" y="2842841"/>
                </a:lnTo>
                <a:lnTo>
                  <a:pt x="6059013" y="4063975"/>
                </a:lnTo>
                <a:lnTo>
                  <a:pt x="5901627" y="4175596"/>
                </a:lnTo>
                <a:lnTo>
                  <a:pt x="6845942" y="4281636"/>
                </a:lnTo>
                <a:lnTo>
                  <a:pt x="6594795" y="4059511"/>
                </a:lnTo>
                <a:lnTo>
                  <a:pt x="6562424" y="3662139"/>
                </a:lnTo>
                <a:cubicBezTo>
                  <a:pt x="6581772" y="3665860"/>
                  <a:pt x="6600562" y="3669395"/>
                  <a:pt x="6618793" y="3672743"/>
                </a:cubicBezTo>
                <a:cubicBezTo>
                  <a:pt x="6637025" y="3676092"/>
                  <a:pt x="6654698" y="3678511"/>
                  <a:pt x="6671813" y="3679999"/>
                </a:cubicBezTo>
                <a:lnTo>
                  <a:pt x="7094857" y="4194572"/>
                </a:lnTo>
                <a:lnTo>
                  <a:pt x="7005560" y="4363120"/>
                </a:lnTo>
                <a:lnTo>
                  <a:pt x="7753421" y="4111972"/>
                </a:lnTo>
                <a:lnTo>
                  <a:pt x="7116065" y="3677766"/>
                </a:lnTo>
                <a:cubicBezTo>
                  <a:pt x="7312518" y="3642048"/>
                  <a:pt x="7460602" y="3577121"/>
                  <a:pt x="7560317" y="3482988"/>
                </a:cubicBezTo>
                <a:cubicBezTo>
                  <a:pt x="7660032" y="3388854"/>
                  <a:pt x="7709889" y="3267001"/>
                  <a:pt x="7709889" y="3117429"/>
                </a:cubicBezTo>
                <a:cubicBezTo>
                  <a:pt x="7709889" y="2937346"/>
                  <a:pt x="7651474" y="2800983"/>
                  <a:pt x="7534644" y="2708337"/>
                </a:cubicBezTo>
                <a:cubicBezTo>
                  <a:pt x="7417814" y="2615692"/>
                  <a:pt x="7246289" y="2569369"/>
                  <a:pt x="7020071" y="2569369"/>
                </a:cubicBezTo>
                <a:close/>
                <a:moveTo>
                  <a:pt x="8074964" y="2548161"/>
                </a:moveTo>
                <a:lnTo>
                  <a:pt x="8269185" y="2674293"/>
                </a:lnTo>
                <a:lnTo>
                  <a:pt x="7926508" y="4007049"/>
                </a:lnTo>
                <a:lnTo>
                  <a:pt x="7668664" y="4199037"/>
                </a:lnTo>
                <a:lnTo>
                  <a:pt x="8726832" y="4123135"/>
                </a:lnTo>
                <a:lnTo>
                  <a:pt x="8569446" y="4000351"/>
                </a:lnTo>
                <a:lnTo>
                  <a:pt x="8674370" y="3712369"/>
                </a:lnTo>
                <a:lnTo>
                  <a:pt x="9036022" y="3684464"/>
                </a:lnTo>
                <a:lnTo>
                  <a:pt x="9106343" y="3931146"/>
                </a:lnTo>
                <a:lnTo>
                  <a:pt x="8857428" y="4264893"/>
                </a:lnTo>
                <a:lnTo>
                  <a:pt x="9830764" y="3963516"/>
                </a:lnTo>
                <a:lnTo>
                  <a:pt x="9618684" y="3899892"/>
                </a:lnTo>
                <a:lnTo>
                  <a:pt x="9081786" y="2701082"/>
                </a:lnTo>
                <a:lnTo>
                  <a:pt x="9387628" y="2591693"/>
                </a:lnTo>
                <a:close/>
                <a:moveTo>
                  <a:pt x="3932036" y="2539231"/>
                </a:moveTo>
                <a:lnTo>
                  <a:pt x="2235396" y="2698849"/>
                </a:lnTo>
                <a:lnTo>
                  <a:pt x="2624953" y="2884140"/>
                </a:lnTo>
                <a:lnTo>
                  <a:pt x="2487660" y="4002584"/>
                </a:lnTo>
                <a:lnTo>
                  <a:pt x="2235396" y="4168899"/>
                </a:lnTo>
                <a:lnTo>
                  <a:pt x="3563686" y="4262661"/>
                </a:lnTo>
                <a:lnTo>
                  <a:pt x="3338212" y="4114205"/>
                </a:lnTo>
                <a:lnTo>
                  <a:pt x="3212081" y="3620840"/>
                </a:lnTo>
                <a:lnTo>
                  <a:pt x="3611684" y="3643164"/>
                </a:lnTo>
                <a:lnTo>
                  <a:pt x="3849437" y="3972446"/>
                </a:lnTo>
                <a:lnTo>
                  <a:pt x="3637357" y="3037061"/>
                </a:lnTo>
                <a:lnTo>
                  <a:pt x="3517922" y="3204493"/>
                </a:lnTo>
                <a:lnTo>
                  <a:pt x="3234404" y="3326160"/>
                </a:lnTo>
                <a:lnTo>
                  <a:pt x="3155153" y="2960043"/>
                </a:lnTo>
                <a:lnTo>
                  <a:pt x="3818183" y="2914278"/>
                </a:lnTo>
                <a:lnTo>
                  <a:pt x="4073795" y="3350717"/>
                </a:lnTo>
                <a:lnTo>
                  <a:pt x="3956165" y="2677353"/>
                </a:lnTo>
                <a:lnTo>
                  <a:pt x="4225079" y="2781449"/>
                </a:lnTo>
                <a:lnTo>
                  <a:pt x="4396976" y="4007049"/>
                </a:lnTo>
                <a:lnTo>
                  <a:pt x="3913656" y="4175596"/>
                </a:lnTo>
                <a:lnTo>
                  <a:pt x="5752055" y="4255964"/>
                </a:lnTo>
                <a:lnTo>
                  <a:pt x="5852514" y="3518148"/>
                </a:lnTo>
                <a:lnTo>
                  <a:pt x="5555602" y="3922217"/>
                </a:lnTo>
                <a:lnTo>
                  <a:pt x="4914897" y="3841849"/>
                </a:lnTo>
                <a:lnTo>
                  <a:pt x="5049959" y="3479081"/>
                </a:lnTo>
                <a:lnTo>
                  <a:pt x="5390403" y="3524846"/>
                </a:lnTo>
                <a:lnTo>
                  <a:pt x="5512070" y="3716834"/>
                </a:lnTo>
                <a:lnTo>
                  <a:pt x="5468538" y="2944416"/>
                </a:lnTo>
                <a:lnTo>
                  <a:pt x="5354684" y="3119661"/>
                </a:lnTo>
                <a:lnTo>
                  <a:pt x="4970708" y="3208958"/>
                </a:lnTo>
                <a:lnTo>
                  <a:pt x="5052192" y="2868514"/>
                </a:lnTo>
                <a:lnTo>
                  <a:pt x="5590205" y="2866281"/>
                </a:lnTo>
                <a:lnTo>
                  <a:pt x="5772147" y="3053805"/>
                </a:lnTo>
                <a:lnTo>
                  <a:pt x="5662758" y="2541464"/>
                </a:lnTo>
                <a:lnTo>
                  <a:pt x="3952823" y="2658224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fr-FR" dirty="0"/>
          </a:p>
        </p:txBody>
      </p:sp>
      <p:sp>
        <p:nvSpPr>
          <p:cNvPr id="14" name="Cercle : creux 13">
            <a:extLst>
              <a:ext uri="{FF2B5EF4-FFF2-40B4-BE49-F238E27FC236}">
                <a16:creationId xmlns:a16="http://schemas.microsoft.com/office/drawing/2014/main" id="{871D9E3F-2ED0-FD37-AE0A-2CC8A237B693}"/>
              </a:ext>
            </a:extLst>
          </p:cNvPr>
          <p:cNvSpPr/>
          <p:nvPr/>
        </p:nvSpPr>
        <p:spPr>
          <a:xfrm>
            <a:off x="-1996633" y="1467091"/>
            <a:ext cx="3993265" cy="3923818"/>
          </a:xfrm>
          <a:prstGeom prst="donut">
            <a:avLst/>
          </a:prstGeom>
          <a:gradFill flip="none" rotWithShape="1">
            <a:gsLst>
              <a:gs pos="0">
                <a:srgbClr val="7030A0">
                  <a:shade val="30000"/>
                  <a:satMod val="115000"/>
                </a:srgbClr>
              </a:gs>
              <a:gs pos="50000">
                <a:srgbClr val="7030A0">
                  <a:shade val="67500"/>
                  <a:satMod val="115000"/>
                </a:srgbClr>
              </a:gs>
              <a:gs pos="100000">
                <a:srgbClr val="7030A0">
                  <a:shade val="100000"/>
                  <a:satMod val="115000"/>
                </a:srgb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16" name="Arc plein 15">
            <a:extLst>
              <a:ext uri="{FF2B5EF4-FFF2-40B4-BE49-F238E27FC236}">
                <a16:creationId xmlns:a16="http://schemas.microsoft.com/office/drawing/2014/main" id="{7A67445B-A8FD-4DBD-1F07-93DB8336D426}"/>
              </a:ext>
            </a:extLst>
          </p:cNvPr>
          <p:cNvSpPr/>
          <p:nvPr/>
        </p:nvSpPr>
        <p:spPr>
          <a:xfrm rot="18650359">
            <a:off x="-1996633" y="1467091"/>
            <a:ext cx="3993265" cy="3923818"/>
          </a:xfrm>
          <a:prstGeom prst="blockArc">
            <a:avLst>
              <a:gd name="adj1" fmla="val 18889740"/>
              <a:gd name="adj2" fmla="val 0"/>
              <a:gd name="adj3" fmla="val 25000"/>
            </a:avLst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pic>
        <p:nvPicPr>
          <p:cNvPr id="3" name="Graphique 2" descr="Livres sur une étagère avec un remplissage uni">
            <a:extLst>
              <a:ext uri="{FF2B5EF4-FFF2-40B4-BE49-F238E27FC236}">
                <a16:creationId xmlns:a16="http://schemas.microsoft.com/office/drawing/2014/main" id="{A3166556-D91E-DB3F-7CD2-A08E1007D48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60314" y="4311445"/>
            <a:ext cx="914400" cy="914400"/>
          </a:xfrm>
          <a:prstGeom prst="rect">
            <a:avLst/>
          </a:prstGeom>
        </p:spPr>
      </p:pic>
      <p:pic>
        <p:nvPicPr>
          <p:cNvPr id="5" name="Graphique 4" descr="Informatique hébergé avec un remplissage uni">
            <a:extLst>
              <a:ext uri="{FF2B5EF4-FFF2-40B4-BE49-F238E27FC236}">
                <a16:creationId xmlns:a16="http://schemas.microsoft.com/office/drawing/2014/main" id="{FE2F85A7-ECBA-C19E-CA5F-6E51F4A4224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61678" y="3429000"/>
            <a:ext cx="914400" cy="914400"/>
          </a:xfrm>
          <a:prstGeom prst="rect">
            <a:avLst/>
          </a:prstGeom>
        </p:spPr>
      </p:pic>
      <p:pic>
        <p:nvPicPr>
          <p:cNvPr id="7" name="Graphique 6" descr="Ordinateur avec un remplissage uni">
            <a:extLst>
              <a:ext uri="{FF2B5EF4-FFF2-40B4-BE49-F238E27FC236}">
                <a16:creationId xmlns:a16="http://schemas.microsoft.com/office/drawing/2014/main" id="{3D19BEA5-B0C8-8AB4-785F-700F537A7AB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958" y="1585496"/>
            <a:ext cx="914400" cy="914400"/>
          </a:xfrm>
          <a:prstGeom prst="rect">
            <a:avLst/>
          </a:prstGeom>
        </p:spPr>
      </p:pic>
      <p:pic>
        <p:nvPicPr>
          <p:cNvPr id="10" name="Graphique 9" descr="Enveloppe avec un remplissage uni">
            <a:extLst>
              <a:ext uri="{FF2B5EF4-FFF2-40B4-BE49-F238E27FC236}">
                <a16:creationId xmlns:a16="http://schemas.microsoft.com/office/drawing/2014/main" id="{51F3F972-2082-05D3-6C49-4F3BD721109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29358" y="2357688"/>
            <a:ext cx="914400" cy="914400"/>
          </a:xfrm>
          <a:prstGeom prst="rect">
            <a:avLst/>
          </a:prstGeom>
        </p:spPr>
      </p:pic>
      <p:sp>
        <p:nvSpPr>
          <p:cNvPr id="2" name="ZoneTexte 1">
            <a:extLst>
              <a:ext uri="{FF2B5EF4-FFF2-40B4-BE49-F238E27FC236}">
                <a16:creationId xmlns:a16="http://schemas.microsoft.com/office/drawing/2014/main" id="{FCCD3398-3E34-269C-3E75-19D82E4E06C7}"/>
              </a:ext>
            </a:extLst>
          </p:cNvPr>
          <p:cNvSpPr txBox="1"/>
          <p:nvPr/>
        </p:nvSpPr>
        <p:spPr>
          <a:xfrm>
            <a:off x="2366103" y="169147"/>
            <a:ext cx="497812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4800" dirty="0">
                <a:latin typeface="Algerian" panose="04020705040A02060702" pitchFamily="82" charset="0"/>
              </a:rPr>
              <a:t>Page d’accueil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8FC6DDCD-4BAE-C42A-5D27-72CABC01D81D}"/>
              </a:ext>
            </a:extLst>
          </p:cNvPr>
          <p:cNvSpPr txBox="1"/>
          <p:nvPr/>
        </p:nvSpPr>
        <p:spPr>
          <a:xfrm>
            <a:off x="2366103" y="1620924"/>
            <a:ext cx="2040943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4400" dirty="0">
                <a:latin typeface="Algerian" panose="04020705040A02060702" pitchFamily="82" charset="0"/>
              </a:rPr>
              <a:t>- Titre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0992FA3F-F499-9FE3-FF7A-90266BA4D151}"/>
              </a:ext>
            </a:extLst>
          </p:cNvPr>
          <p:cNvSpPr txBox="1"/>
          <p:nvPr/>
        </p:nvSpPr>
        <p:spPr>
          <a:xfrm>
            <a:off x="2366103" y="2887367"/>
            <a:ext cx="6524543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4400" dirty="0">
                <a:latin typeface="Algerian" panose="04020705040A02060702" pitchFamily="82" charset="0"/>
              </a:rPr>
              <a:t>- Bouton de connexion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47FDDF4B-F600-CBFB-BF6F-99B8B116D805}"/>
              </a:ext>
            </a:extLst>
          </p:cNvPr>
          <p:cNvSpPr txBox="1"/>
          <p:nvPr/>
        </p:nvSpPr>
        <p:spPr>
          <a:xfrm>
            <a:off x="2366103" y="4045370"/>
            <a:ext cx="6183103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fr-FR" sz="4400" dirty="0">
                <a:latin typeface="Algerian" panose="04020705040A02060702" pitchFamily="82" charset="0"/>
              </a:rPr>
              <a:t>Bouton de création</a:t>
            </a:r>
          </a:p>
          <a:p>
            <a:r>
              <a:rPr lang="fr-FR" sz="4400" dirty="0">
                <a:latin typeface="Algerian" panose="04020705040A02060702" pitchFamily="82" charset="0"/>
              </a:rPr>
              <a:t>De compte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792E5878-0170-FCC7-C716-58E5A5251FBE}"/>
              </a:ext>
            </a:extLst>
          </p:cNvPr>
          <p:cNvSpPr txBox="1"/>
          <p:nvPr/>
        </p:nvSpPr>
        <p:spPr>
          <a:xfrm>
            <a:off x="2526391" y="-730596"/>
            <a:ext cx="6203966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4400" dirty="0">
                <a:latin typeface="Matura MT Script Capitals" panose="03020802060602070202" pitchFamily="66" charset="0"/>
              </a:rPr>
              <a:t>Connexion et inscription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9F9F2008-B6D1-8BA0-D759-2E041923C00D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 r="-456" b="5797"/>
          <a:stretch>
            <a:fillRect/>
          </a:stretch>
        </p:blipFill>
        <p:spPr>
          <a:xfrm>
            <a:off x="8961317" y="0"/>
            <a:ext cx="32909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901148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B9A7F6-203C-3489-A9B5-98863AEF8E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ercle : creux 13">
            <a:extLst>
              <a:ext uri="{FF2B5EF4-FFF2-40B4-BE49-F238E27FC236}">
                <a16:creationId xmlns:a16="http://schemas.microsoft.com/office/drawing/2014/main" id="{06B1C812-0B10-D119-74C9-AE969E5D911E}"/>
              </a:ext>
            </a:extLst>
          </p:cNvPr>
          <p:cNvSpPr/>
          <p:nvPr/>
        </p:nvSpPr>
        <p:spPr>
          <a:xfrm>
            <a:off x="-1996633" y="1467091"/>
            <a:ext cx="3993265" cy="3923818"/>
          </a:xfrm>
          <a:prstGeom prst="donut">
            <a:avLst/>
          </a:prstGeom>
          <a:gradFill flip="none" rotWithShape="1">
            <a:gsLst>
              <a:gs pos="0">
                <a:srgbClr val="7030A0">
                  <a:shade val="30000"/>
                  <a:satMod val="115000"/>
                </a:srgbClr>
              </a:gs>
              <a:gs pos="50000">
                <a:srgbClr val="7030A0">
                  <a:shade val="67500"/>
                  <a:satMod val="115000"/>
                </a:srgbClr>
              </a:gs>
              <a:gs pos="100000">
                <a:srgbClr val="7030A0">
                  <a:shade val="100000"/>
                  <a:satMod val="115000"/>
                </a:srgb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16" name="Arc plein 15">
            <a:extLst>
              <a:ext uri="{FF2B5EF4-FFF2-40B4-BE49-F238E27FC236}">
                <a16:creationId xmlns:a16="http://schemas.microsoft.com/office/drawing/2014/main" id="{ECF037C8-7F03-4E67-6B88-C905799D0140}"/>
              </a:ext>
            </a:extLst>
          </p:cNvPr>
          <p:cNvSpPr/>
          <p:nvPr/>
        </p:nvSpPr>
        <p:spPr>
          <a:xfrm>
            <a:off x="-1996633" y="1467091"/>
            <a:ext cx="3993265" cy="3923818"/>
          </a:xfrm>
          <a:prstGeom prst="blockArc">
            <a:avLst>
              <a:gd name="adj1" fmla="val 18889740"/>
              <a:gd name="adj2" fmla="val 0"/>
              <a:gd name="adj3" fmla="val 25000"/>
            </a:avLst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pic>
        <p:nvPicPr>
          <p:cNvPr id="3" name="Graphique 2" descr="Livres sur une étagère avec un remplissage uni">
            <a:extLst>
              <a:ext uri="{FF2B5EF4-FFF2-40B4-BE49-F238E27FC236}">
                <a16:creationId xmlns:a16="http://schemas.microsoft.com/office/drawing/2014/main" id="{CE0D418D-FCCA-523F-F6C2-7283FA1502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60314" y="4311445"/>
            <a:ext cx="914400" cy="914400"/>
          </a:xfrm>
          <a:prstGeom prst="rect">
            <a:avLst/>
          </a:prstGeom>
        </p:spPr>
      </p:pic>
      <p:pic>
        <p:nvPicPr>
          <p:cNvPr id="5" name="Graphique 4" descr="Informatique hébergé avec un remplissage uni">
            <a:extLst>
              <a:ext uri="{FF2B5EF4-FFF2-40B4-BE49-F238E27FC236}">
                <a16:creationId xmlns:a16="http://schemas.microsoft.com/office/drawing/2014/main" id="{7AF2A896-6B3C-92B1-9268-68F4EC200BA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61678" y="3429000"/>
            <a:ext cx="914400" cy="914400"/>
          </a:xfrm>
          <a:prstGeom prst="rect">
            <a:avLst/>
          </a:prstGeom>
        </p:spPr>
      </p:pic>
      <p:pic>
        <p:nvPicPr>
          <p:cNvPr id="7" name="Graphique 6" descr="Ordinateur avec un remplissage uni">
            <a:extLst>
              <a:ext uri="{FF2B5EF4-FFF2-40B4-BE49-F238E27FC236}">
                <a16:creationId xmlns:a16="http://schemas.microsoft.com/office/drawing/2014/main" id="{C9759EF2-442D-F0AD-C200-20E9D9AD84E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4958" y="1585496"/>
            <a:ext cx="914400" cy="914400"/>
          </a:xfrm>
          <a:prstGeom prst="rect">
            <a:avLst/>
          </a:prstGeom>
        </p:spPr>
      </p:pic>
      <p:pic>
        <p:nvPicPr>
          <p:cNvPr id="10" name="Graphique 9" descr="Enveloppe avec un remplissage uni">
            <a:extLst>
              <a:ext uri="{FF2B5EF4-FFF2-40B4-BE49-F238E27FC236}">
                <a16:creationId xmlns:a16="http://schemas.microsoft.com/office/drawing/2014/main" id="{93895F80-DDBB-7027-3E78-5B47B30F63C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29358" y="2357688"/>
            <a:ext cx="914400" cy="914400"/>
          </a:xfrm>
          <a:prstGeom prst="rect">
            <a:avLst/>
          </a:prstGeom>
        </p:spPr>
      </p:pic>
      <p:sp>
        <p:nvSpPr>
          <p:cNvPr id="2" name="ZoneTexte 1">
            <a:extLst>
              <a:ext uri="{FF2B5EF4-FFF2-40B4-BE49-F238E27FC236}">
                <a16:creationId xmlns:a16="http://schemas.microsoft.com/office/drawing/2014/main" id="{1C5ED136-E6B2-B7A4-EFD4-12DAE7AFB613}"/>
              </a:ext>
            </a:extLst>
          </p:cNvPr>
          <p:cNvSpPr txBox="1"/>
          <p:nvPr/>
        </p:nvSpPr>
        <p:spPr>
          <a:xfrm>
            <a:off x="2494516" y="0"/>
            <a:ext cx="6203966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4400" dirty="0">
                <a:latin typeface="Matura MT Script Capitals" panose="03020802060602070202" pitchFamily="66" charset="0"/>
              </a:rPr>
              <a:t>Connexion et inscription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95D1A7D4-6AFA-DF21-9E73-29AD216FB139}"/>
              </a:ext>
            </a:extLst>
          </p:cNvPr>
          <p:cNvSpPr txBox="1"/>
          <p:nvPr/>
        </p:nvSpPr>
        <p:spPr>
          <a:xfrm>
            <a:off x="2334228" y="6858000"/>
            <a:ext cx="497812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4800" dirty="0">
                <a:latin typeface="Algerian" panose="04020705040A02060702" pitchFamily="82" charset="0"/>
              </a:rPr>
              <a:t>Page d’accueil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4312D9FB-C97F-BFDF-757A-A536EA933E55}"/>
              </a:ext>
            </a:extLst>
          </p:cNvPr>
          <p:cNvSpPr txBox="1"/>
          <p:nvPr/>
        </p:nvSpPr>
        <p:spPr>
          <a:xfrm>
            <a:off x="2334228" y="7688997"/>
            <a:ext cx="2040943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4400" dirty="0">
                <a:latin typeface="Algerian" panose="04020705040A02060702" pitchFamily="82" charset="0"/>
              </a:rPr>
              <a:t>- Titre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C1C2BC56-09A3-F494-7D31-154B0CDE0387}"/>
              </a:ext>
            </a:extLst>
          </p:cNvPr>
          <p:cNvSpPr txBox="1"/>
          <p:nvPr/>
        </p:nvSpPr>
        <p:spPr>
          <a:xfrm>
            <a:off x="2334228" y="8458438"/>
            <a:ext cx="6524543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4400" dirty="0">
                <a:latin typeface="Algerian" panose="04020705040A02060702" pitchFamily="82" charset="0"/>
              </a:rPr>
              <a:t>- Bouton de connexion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073AD663-F3FE-7717-1841-10D80DD4AC27}"/>
              </a:ext>
            </a:extLst>
          </p:cNvPr>
          <p:cNvSpPr txBox="1"/>
          <p:nvPr/>
        </p:nvSpPr>
        <p:spPr>
          <a:xfrm>
            <a:off x="2334228" y="9273923"/>
            <a:ext cx="6183103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fr-FR" sz="4400" dirty="0">
                <a:latin typeface="Algerian" panose="04020705040A02060702" pitchFamily="82" charset="0"/>
              </a:rPr>
              <a:t>Bouton de création</a:t>
            </a:r>
          </a:p>
          <a:p>
            <a:r>
              <a:rPr lang="fr-FR" sz="4400" dirty="0">
                <a:latin typeface="Algerian" panose="04020705040A02060702" pitchFamily="82" charset="0"/>
              </a:rPr>
              <a:t>De compte</a:t>
            </a:r>
          </a:p>
        </p:txBody>
      </p:sp>
      <p:pic>
        <p:nvPicPr>
          <p:cNvPr id="13" name="Image 12">
            <a:extLst>
              <a:ext uri="{FF2B5EF4-FFF2-40B4-BE49-F238E27FC236}">
                <a16:creationId xmlns:a16="http://schemas.microsoft.com/office/drawing/2014/main" id="{6213A4C6-B9F1-8238-900A-B398290EC577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r="-456" b="5797"/>
          <a:stretch>
            <a:fillRect/>
          </a:stretch>
        </p:blipFill>
        <p:spPr>
          <a:xfrm>
            <a:off x="12192000" y="0"/>
            <a:ext cx="3290960" cy="6858000"/>
          </a:xfrm>
          <a:prstGeom prst="rect">
            <a:avLst/>
          </a:prstGeom>
        </p:spPr>
      </p:pic>
      <p:pic>
        <p:nvPicPr>
          <p:cNvPr id="17" name="Image 16">
            <a:extLst>
              <a:ext uri="{FF2B5EF4-FFF2-40B4-BE49-F238E27FC236}">
                <a16:creationId xmlns:a16="http://schemas.microsoft.com/office/drawing/2014/main" id="{A663ACA6-BF0F-17B2-085F-C95F914FFD7E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 r="-371" b="5630"/>
          <a:stretch>
            <a:fillRect/>
          </a:stretch>
        </p:blipFill>
        <p:spPr>
          <a:xfrm>
            <a:off x="2494516" y="6909336"/>
            <a:ext cx="2630712" cy="54965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327003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42088B-2778-A2CD-1B44-B88F32FA14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ercle : creux 13">
            <a:extLst>
              <a:ext uri="{FF2B5EF4-FFF2-40B4-BE49-F238E27FC236}">
                <a16:creationId xmlns:a16="http://schemas.microsoft.com/office/drawing/2014/main" id="{99092779-B2AE-9AB4-D049-72F8767C6E30}"/>
              </a:ext>
            </a:extLst>
          </p:cNvPr>
          <p:cNvSpPr/>
          <p:nvPr/>
        </p:nvSpPr>
        <p:spPr>
          <a:xfrm>
            <a:off x="-1996633" y="1467091"/>
            <a:ext cx="3993265" cy="3923818"/>
          </a:xfrm>
          <a:prstGeom prst="donut">
            <a:avLst/>
          </a:prstGeom>
          <a:gradFill flip="none" rotWithShape="1">
            <a:gsLst>
              <a:gs pos="0">
                <a:srgbClr val="7030A0">
                  <a:shade val="30000"/>
                  <a:satMod val="115000"/>
                </a:srgbClr>
              </a:gs>
              <a:gs pos="50000">
                <a:srgbClr val="7030A0">
                  <a:shade val="67500"/>
                  <a:satMod val="115000"/>
                </a:srgbClr>
              </a:gs>
              <a:gs pos="100000">
                <a:srgbClr val="7030A0">
                  <a:shade val="100000"/>
                  <a:satMod val="115000"/>
                </a:srgb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16" name="Arc plein 15">
            <a:extLst>
              <a:ext uri="{FF2B5EF4-FFF2-40B4-BE49-F238E27FC236}">
                <a16:creationId xmlns:a16="http://schemas.microsoft.com/office/drawing/2014/main" id="{DAB822D2-2759-180E-172F-122600C7EE4B}"/>
              </a:ext>
            </a:extLst>
          </p:cNvPr>
          <p:cNvSpPr/>
          <p:nvPr/>
        </p:nvSpPr>
        <p:spPr>
          <a:xfrm>
            <a:off x="-1996633" y="1467091"/>
            <a:ext cx="3993265" cy="3923818"/>
          </a:xfrm>
          <a:prstGeom prst="blockArc">
            <a:avLst>
              <a:gd name="adj1" fmla="val 18889740"/>
              <a:gd name="adj2" fmla="val 0"/>
              <a:gd name="adj3" fmla="val 25000"/>
            </a:avLst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pic>
        <p:nvPicPr>
          <p:cNvPr id="3" name="Graphique 2" descr="Livres sur une étagère avec un remplissage uni">
            <a:extLst>
              <a:ext uri="{FF2B5EF4-FFF2-40B4-BE49-F238E27FC236}">
                <a16:creationId xmlns:a16="http://schemas.microsoft.com/office/drawing/2014/main" id="{A60DE782-62CA-A167-C037-03FFCA37FE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60314" y="4311445"/>
            <a:ext cx="914400" cy="914400"/>
          </a:xfrm>
          <a:prstGeom prst="rect">
            <a:avLst/>
          </a:prstGeom>
        </p:spPr>
      </p:pic>
      <p:pic>
        <p:nvPicPr>
          <p:cNvPr id="5" name="Graphique 4" descr="Informatique hébergé avec un remplissage uni">
            <a:extLst>
              <a:ext uri="{FF2B5EF4-FFF2-40B4-BE49-F238E27FC236}">
                <a16:creationId xmlns:a16="http://schemas.microsoft.com/office/drawing/2014/main" id="{232C1FEA-7259-4C2E-B139-5723FB5D0DE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61678" y="3429000"/>
            <a:ext cx="914400" cy="914400"/>
          </a:xfrm>
          <a:prstGeom prst="rect">
            <a:avLst/>
          </a:prstGeom>
        </p:spPr>
      </p:pic>
      <p:pic>
        <p:nvPicPr>
          <p:cNvPr id="7" name="Graphique 6" descr="Ordinateur avec un remplissage uni">
            <a:extLst>
              <a:ext uri="{FF2B5EF4-FFF2-40B4-BE49-F238E27FC236}">
                <a16:creationId xmlns:a16="http://schemas.microsoft.com/office/drawing/2014/main" id="{6AD136C6-C41D-4C36-F1CC-8475E1E6A06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4958" y="1585496"/>
            <a:ext cx="914400" cy="914400"/>
          </a:xfrm>
          <a:prstGeom prst="rect">
            <a:avLst/>
          </a:prstGeom>
        </p:spPr>
      </p:pic>
      <p:pic>
        <p:nvPicPr>
          <p:cNvPr id="10" name="Graphique 9" descr="Enveloppe avec un remplissage uni">
            <a:extLst>
              <a:ext uri="{FF2B5EF4-FFF2-40B4-BE49-F238E27FC236}">
                <a16:creationId xmlns:a16="http://schemas.microsoft.com/office/drawing/2014/main" id="{BCAB21CF-BAD0-7646-2CAD-51B0FAFDC3B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29358" y="2357688"/>
            <a:ext cx="914400" cy="914400"/>
          </a:xfrm>
          <a:prstGeom prst="rect">
            <a:avLst/>
          </a:prstGeom>
        </p:spPr>
      </p:pic>
      <p:sp>
        <p:nvSpPr>
          <p:cNvPr id="2" name="ZoneTexte 1">
            <a:extLst>
              <a:ext uri="{FF2B5EF4-FFF2-40B4-BE49-F238E27FC236}">
                <a16:creationId xmlns:a16="http://schemas.microsoft.com/office/drawing/2014/main" id="{8DB5A66D-172C-E089-D193-0A7500F86A50}"/>
              </a:ext>
            </a:extLst>
          </p:cNvPr>
          <p:cNvSpPr txBox="1"/>
          <p:nvPr/>
        </p:nvSpPr>
        <p:spPr>
          <a:xfrm>
            <a:off x="2494516" y="0"/>
            <a:ext cx="6203966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4400" dirty="0">
                <a:latin typeface="Matura MT Script Capitals" panose="03020802060602070202" pitchFamily="66" charset="0"/>
              </a:rPr>
              <a:t>Connexion et inscription</a:t>
            </a:r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2382A28B-B1BD-98A5-2060-478279D152E1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r="-134" b="5652"/>
          <a:stretch>
            <a:fillRect/>
          </a:stretch>
        </p:blipFill>
        <p:spPr>
          <a:xfrm>
            <a:off x="7066774" y="6858000"/>
            <a:ext cx="2630712" cy="5508208"/>
          </a:xfrm>
          <a:prstGeom prst="rect">
            <a:avLst/>
          </a:prstGeom>
        </p:spPr>
      </p:pic>
      <p:sp>
        <p:nvSpPr>
          <p:cNvPr id="15" name="ZoneTexte 14">
            <a:extLst>
              <a:ext uri="{FF2B5EF4-FFF2-40B4-BE49-F238E27FC236}">
                <a16:creationId xmlns:a16="http://schemas.microsoft.com/office/drawing/2014/main" id="{5DF8FCD9-C95F-5449-64A1-84F8E54F71F4}"/>
              </a:ext>
            </a:extLst>
          </p:cNvPr>
          <p:cNvSpPr txBox="1"/>
          <p:nvPr/>
        </p:nvSpPr>
        <p:spPr>
          <a:xfrm rot="5400000">
            <a:off x="2335609" y="2295876"/>
            <a:ext cx="3104119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4400" dirty="0">
                <a:latin typeface="Brush Script MT" panose="03060802040406070304" pitchFamily="66" charset="0"/>
              </a:rPr>
              <a:t>Tu es nouveau ?</a:t>
            </a:r>
          </a:p>
          <a:p>
            <a:r>
              <a:rPr lang="fr-FR" sz="4400" dirty="0">
                <a:latin typeface="Brush Script MT" panose="03060802040406070304" pitchFamily="66" charset="0"/>
              </a:rPr>
              <a:t>Inscris-toi !</a:t>
            </a:r>
          </a:p>
        </p:txBody>
      </p:sp>
      <p:pic>
        <p:nvPicPr>
          <p:cNvPr id="17" name="Image 16">
            <a:extLst>
              <a:ext uri="{FF2B5EF4-FFF2-40B4-BE49-F238E27FC236}">
                <a16:creationId xmlns:a16="http://schemas.microsoft.com/office/drawing/2014/main" id="{0FD5CD4E-B5F2-415C-E467-C65A0E527614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 r="-371" b="5630"/>
          <a:stretch>
            <a:fillRect/>
          </a:stretch>
        </p:blipFill>
        <p:spPr>
          <a:xfrm>
            <a:off x="2494516" y="1361440"/>
            <a:ext cx="2630712" cy="54965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210822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F9F53D-583C-5F52-2B8F-06134F8F04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ercle : creux 13">
            <a:extLst>
              <a:ext uri="{FF2B5EF4-FFF2-40B4-BE49-F238E27FC236}">
                <a16:creationId xmlns:a16="http://schemas.microsoft.com/office/drawing/2014/main" id="{82E4A3AC-1A39-82E7-B59F-1AC889896FED}"/>
              </a:ext>
            </a:extLst>
          </p:cNvPr>
          <p:cNvSpPr/>
          <p:nvPr/>
        </p:nvSpPr>
        <p:spPr>
          <a:xfrm>
            <a:off x="-1996633" y="1467091"/>
            <a:ext cx="3993265" cy="3923818"/>
          </a:xfrm>
          <a:prstGeom prst="donut">
            <a:avLst/>
          </a:prstGeom>
          <a:gradFill flip="none" rotWithShape="1">
            <a:gsLst>
              <a:gs pos="0">
                <a:srgbClr val="7030A0">
                  <a:shade val="30000"/>
                  <a:satMod val="115000"/>
                </a:srgbClr>
              </a:gs>
              <a:gs pos="50000">
                <a:srgbClr val="7030A0">
                  <a:shade val="67500"/>
                  <a:satMod val="115000"/>
                </a:srgbClr>
              </a:gs>
              <a:gs pos="100000">
                <a:srgbClr val="7030A0">
                  <a:shade val="100000"/>
                  <a:satMod val="115000"/>
                </a:srgb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16" name="Arc plein 15">
            <a:extLst>
              <a:ext uri="{FF2B5EF4-FFF2-40B4-BE49-F238E27FC236}">
                <a16:creationId xmlns:a16="http://schemas.microsoft.com/office/drawing/2014/main" id="{41E74B83-2012-46E7-167C-73D4330CCEE9}"/>
              </a:ext>
            </a:extLst>
          </p:cNvPr>
          <p:cNvSpPr/>
          <p:nvPr/>
        </p:nvSpPr>
        <p:spPr>
          <a:xfrm>
            <a:off x="-1996633" y="1467091"/>
            <a:ext cx="3993265" cy="3923818"/>
          </a:xfrm>
          <a:prstGeom prst="blockArc">
            <a:avLst>
              <a:gd name="adj1" fmla="val 18889740"/>
              <a:gd name="adj2" fmla="val 0"/>
              <a:gd name="adj3" fmla="val 25000"/>
            </a:avLst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pic>
        <p:nvPicPr>
          <p:cNvPr id="3" name="Graphique 2" descr="Livres sur une étagère avec un remplissage uni">
            <a:extLst>
              <a:ext uri="{FF2B5EF4-FFF2-40B4-BE49-F238E27FC236}">
                <a16:creationId xmlns:a16="http://schemas.microsoft.com/office/drawing/2014/main" id="{FA73B70D-99A7-F2B1-0462-5A42D7875BB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60314" y="4311445"/>
            <a:ext cx="914400" cy="914400"/>
          </a:xfrm>
          <a:prstGeom prst="rect">
            <a:avLst/>
          </a:prstGeom>
        </p:spPr>
      </p:pic>
      <p:pic>
        <p:nvPicPr>
          <p:cNvPr id="5" name="Graphique 4" descr="Informatique hébergé avec un remplissage uni">
            <a:extLst>
              <a:ext uri="{FF2B5EF4-FFF2-40B4-BE49-F238E27FC236}">
                <a16:creationId xmlns:a16="http://schemas.microsoft.com/office/drawing/2014/main" id="{56835B4C-E771-2E38-3865-27EE2B4DBBB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61678" y="3429000"/>
            <a:ext cx="914400" cy="914400"/>
          </a:xfrm>
          <a:prstGeom prst="rect">
            <a:avLst/>
          </a:prstGeom>
        </p:spPr>
      </p:pic>
      <p:pic>
        <p:nvPicPr>
          <p:cNvPr id="7" name="Graphique 6" descr="Ordinateur avec un remplissage uni">
            <a:extLst>
              <a:ext uri="{FF2B5EF4-FFF2-40B4-BE49-F238E27FC236}">
                <a16:creationId xmlns:a16="http://schemas.microsoft.com/office/drawing/2014/main" id="{66001968-C352-E861-9012-4A288AB708C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4958" y="1585496"/>
            <a:ext cx="914400" cy="914400"/>
          </a:xfrm>
          <a:prstGeom prst="rect">
            <a:avLst/>
          </a:prstGeom>
        </p:spPr>
      </p:pic>
      <p:pic>
        <p:nvPicPr>
          <p:cNvPr id="10" name="Graphique 9" descr="Enveloppe avec un remplissage uni">
            <a:extLst>
              <a:ext uri="{FF2B5EF4-FFF2-40B4-BE49-F238E27FC236}">
                <a16:creationId xmlns:a16="http://schemas.microsoft.com/office/drawing/2014/main" id="{B8F27B35-77B9-17F5-330C-EB3B34DDCD8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29358" y="2357688"/>
            <a:ext cx="914400" cy="914400"/>
          </a:xfrm>
          <a:prstGeom prst="rect">
            <a:avLst/>
          </a:prstGeom>
        </p:spPr>
      </p:pic>
      <p:sp>
        <p:nvSpPr>
          <p:cNvPr id="2" name="ZoneTexte 1">
            <a:extLst>
              <a:ext uri="{FF2B5EF4-FFF2-40B4-BE49-F238E27FC236}">
                <a16:creationId xmlns:a16="http://schemas.microsoft.com/office/drawing/2014/main" id="{C23A2C1A-9A34-F0ED-B5C3-DF153D3E9054}"/>
              </a:ext>
            </a:extLst>
          </p:cNvPr>
          <p:cNvSpPr txBox="1"/>
          <p:nvPr/>
        </p:nvSpPr>
        <p:spPr>
          <a:xfrm>
            <a:off x="2494516" y="0"/>
            <a:ext cx="6203966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4400" dirty="0">
                <a:latin typeface="Matura MT Script Capitals" panose="03020802060602070202" pitchFamily="66" charset="0"/>
              </a:rPr>
              <a:t>Connexion et inscription</a:t>
            </a: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79E0785D-017E-7FBF-579D-AAFB515F021C}"/>
              </a:ext>
            </a:extLst>
          </p:cNvPr>
          <p:cNvSpPr txBox="1"/>
          <p:nvPr/>
        </p:nvSpPr>
        <p:spPr>
          <a:xfrm>
            <a:off x="6172115" y="1643895"/>
            <a:ext cx="3104119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4400" dirty="0">
                <a:latin typeface="Brush Script MT" panose="03060802040406070304" pitchFamily="66" charset="0"/>
              </a:rPr>
              <a:t>Tu es nouveau ?</a:t>
            </a:r>
          </a:p>
          <a:p>
            <a:r>
              <a:rPr lang="fr-FR" sz="4400" dirty="0">
                <a:latin typeface="Brush Script MT" panose="03060802040406070304" pitchFamily="66" charset="0"/>
              </a:rPr>
              <a:t>Inscris-toi !</a:t>
            </a:r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55119E9B-1AD4-EFC9-FCB1-E045F7AFAC6A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r="-134" b="5652"/>
          <a:stretch>
            <a:fillRect/>
          </a:stretch>
        </p:blipFill>
        <p:spPr>
          <a:xfrm>
            <a:off x="7066774" y="6858000"/>
            <a:ext cx="2630712" cy="5508208"/>
          </a:xfrm>
          <a:prstGeom prst="rect">
            <a:avLst/>
          </a:prstGeom>
        </p:spPr>
      </p:pic>
      <p:pic>
        <p:nvPicPr>
          <p:cNvPr id="17" name="Image 16">
            <a:extLst>
              <a:ext uri="{FF2B5EF4-FFF2-40B4-BE49-F238E27FC236}">
                <a16:creationId xmlns:a16="http://schemas.microsoft.com/office/drawing/2014/main" id="{0BD8C818-7E42-81EB-B947-D4AA4FB1B55E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 r="-371" b="5630"/>
          <a:stretch>
            <a:fillRect/>
          </a:stretch>
        </p:blipFill>
        <p:spPr>
          <a:xfrm>
            <a:off x="2494516" y="1361440"/>
            <a:ext cx="2630712" cy="54965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393401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0A4742-05A2-FE36-0753-53F3E1EA55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Image 16">
            <a:extLst>
              <a:ext uri="{FF2B5EF4-FFF2-40B4-BE49-F238E27FC236}">
                <a16:creationId xmlns:a16="http://schemas.microsoft.com/office/drawing/2014/main" id="{C25103EC-8B0D-AAF9-2E2B-25C1D567944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-371" b="5630"/>
          <a:stretch>
            <a:fillRect/>
          </a:stretch>
        </p:blipFill>
        <p:spPr>
          <a:xfrm>
            <a:off x="2494515" y="6902931"/>
            <a:ext cx="2630712" cy="5496560"/>
          </a:xfrm>
          <a:prstGeom prst="rect">
            <a:avLst/>
          </a:prstGeom>
        </p:spPr>
      </p:pic>
      <p:sp>
        <p:nvSpPr>
          <p:cNvPr id="14" name="Cercle : creux 13">
            <a:extLst>
              <a:ext uri="{FF2B5EF4-FFF2-40B4-BE49-F238E27FC236}">
                <a16:creationId xmlns:a16="http://schemas.microsoft.com/office/drawing/2014/main" id="{727E8AE7-B272-2928-C748-2CDE6DCBE22C}"/>
              </a:ext>
            </a:extLst>
          </p:cNvPr>
          <p:cNvSpPr/>
          <p:nvPr/>
        </p:nvSpPr>
        <p:spPr>
          <a:xfrm>
            <a:off x="-1996633" y="1467091"/>
            <a:ext cx="3993265" cy="3923818"/>
          </a:xfrm>
          <a:prstGeom prst="donut">
            <a:avLst/>
          </a:prstGeom>
          <a:gradFill flip="none" rotWithShape="1">
            <a:gsLst>
              <a:gs pos="0">
                <a:srgbClr val="7030A0">
                  <a:shade val="30000"/>
                  <a:satMod val="115000"/>
                </a:srgbClr>
              </a:gs>
              <a:gs pos="50000">
                <a:srgbClr val="7030A0">
                  <a:shade val="67500"/>
                  <a:satMod val="115000"/>
                </a:srgbClr>
              </a:gs>
              <a:gs pos="100000">
                <a:srgbClr val="7030A0">
                  <a:shade val="100000"/>
                  <a:satMod val="115000"/>
                </a:srgb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16" name="Arc plein 15">
            <a:extLst>
              <a:ext uri="{FF2B5EF4-FFF2-40B4-BE49-F238E27FC236}">
                <a16:creationId xmlns:a16="http://schemas.microsoft.com/office/drawing/2014/main" id="{29789DC9-7D81-E72C-846E-240665D8FAFA}"/>
              </a:ext>
            </a:extLst>
          </p:cNvPr>
          <p:cNvSpPr/>
          <p:nvPr/>
        </p:nvSpPr>
        <p:spPr>
          <a:xfrm>
            <a:off x="-1996633" y="1467091"/>
            <a:ext cx="3993265" cy="3923818"/>
          </a:xfrm>
          <a:prstGeom prst="blockArc">
            <a:avLst>
              <a:gd name="adj1" fmla="val 18889740"/>
              <a:gd name="adj2" fmla="val 0"/>
              <a:gd name="adj3" fmla="val 25000"/>
            </a:avLst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pic>
        <p:nvPicPr>
          <p:cNvPr id="3" name="Graphique 2" descr="Livres sur une étagère avec un remplissage uni">
            <a:extLst>
              <a:ext uri="{FF2B5EF4-FFF2-40B4-BE49-F238E27FC236}">
                <a16:creationId xmlns:a16="http://schemas.microsoft.com/office/drawing/2014/main" id="{D87FA338-D1B5-92FF-F767-884403278D4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60314" y="4311445"/>
            <a:ext cx="914400" cy="914400"/>
          </a:xfrm>
          <a:prstGeom prst="rect">
            <a:avLst/>
          </a:prstGeom>
        </p:spPr>
      </p:pic>
      <p:pic>
        <p:nvPicPr>
          <p:cNvPr id="5" name="Graphique 4" descr="Informatique hébergé avec un remplissage uni">
            <a:extLst>
              <a:ext uri="{FF2B5EF4-FFF2-40B4-BE49-F238E27FC236}">
                <a16:creationId xmlns:a16="http://schemas.microsoft.com/office/drawing/2014/main" id="{8EF19B8E-5BD8-3C25-5B99-79D3E3C1A88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61678" y="3429000"/>
            <a:ext cx="914400" cy="914400"/>
          </a:xfrm>
          <a:prstGeom prst="rect">
            <a:avLst/>
          </a:prstGeom>
        </p:spPr>
      </p:pic>
      <p:pic>
        <p:nvPicPr>
          <p:cNvPr id="7" name="Graphique 6" descr="Ordinateur avec un remplissage uni">
            <a:extLst>
              <a:ext uri="{FF2B5EF4-FFF2-40B4-BE49-F238E27FC236}">
                <a16:creationId xmlns:a16="http://schemas.microsoft.com/office/drawing/2014/main" id="{863C5063-9B07-9468-D19C-D4E47637D90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958" y="1585496"/>
            <a:ext cx="914400" cy="914400"/>
          </a:xfrm>
          <a:prstGeom prst="rect">
            <a:avLst/>
          </a:prstGeom>
        </p:spPr>
      </p:pic>
      <p:pic>
        <p:nvPicPr>
          <p:cNvPr id="10" name="Graphique 9" descr="Enveloppe avec un remplissage uni">
            <a:extLst>
              <a:ext uri="{FF2B5EF4-FFF2-40B4-BE49-F238E27FC236}">
                <a16:creationId xmlns:a16="http://schemas.microsoft.com/office/drawing/2014/main" id="{D1DDEFC0-AEFF-58FD-3944-38412BB8FF8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29358" y="2357688"/>
            <a:ext cx="914400" cy="914400"/>
          </a:xfrm>
          <a:prstGeom prst="rect">
            <a:avLst/>
          </a:prstGeom>
        </p:spPr>
      </p:pic>
      <p:sp>
        <p:nvSpPr>
          <p:cNvPr id="2" name="ZoneTexte 1">
            <a:extLst>
              <a:ext uri="{FF2B5EF4-FFF2-40B4-BE49-F238E27FC236}">
                <a16:creationId xmlns:a16="http://schemas.microsoft.com/office/drawing/2014/main" id="{FE7EF058-BAEF-4933-6045-6A941FC9D3F3}"/>
              </a:ext>
            </a:extLst>
          </p:cNvPr>
          <p:cNvSpPr txBox="1"/>
          <p:nvPr/>
        </p:nvSpPr>
        <p:spPr>
          <a:xfrm>
            <a:off x="2494516" y="0"/>
            <a:ext cx="6203966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4400" dirty="0">
                <a:latin typeface="Matura MT Script Capitals" panose="03020802060602070202" pitchFamily="66" charset="0"/>
              </a:rPr>
              <a:t>Connexion et inscription</a:t>
            </a: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5DFD9C1A-3165-FEDC-1DAA-A2A34FF2EDFC}"/>
              </a:ext>
            </a:extLst>
          </p:cNvPr>
          <p:cNvSpPr txBox="1"/>
          <p:nvPr/>
        </p:nvSpPr>
        <p:spPr>
          <a:xfrm rot="10800000">
            <a:off x="2758158" y="1886046"/>
            <a:ext cx="3104119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4400" dirty="0">
                <a:latin typeface="Brush Script MT" panose="03060802040406070304" pitchFamily="66" charset="0"/>
              </a:rPr>
              <a:t>Tu es nouveau ?</a:t>
            </a:r>
          </a:p>
          <a:p>
            <a:r>
              <a:rPr lang="fr-FR" sz="4400" dirty="0">
                <a:latin typeface="Brush Script MT" panose="03060802040406070304" pitchFamily="66" charset="0"/>
              </a:rPr>
              <a:t>Inscris-toi !</a:t>
            </a:r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3B1B9390-FF76-647F-2F31-88E870B1C004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 r="-134" b="5652"/>
          <a:stretch>
            <a:fillRect/>
          </a:stretch>
        </p:blipFill>
        <p:spPr>
          <a:xfrm>
            <a:off x="7086653" y="1349792"/>
            <a:ext cx="2630712" cy="5508208"/>
          </a:xfrm>
          <a:prstGeom prst="rect">
            <a:avLst/>
          </a:prstGeom>
        </p:spPr>
      </p:pic>
      <p:sp>
        <p:nvSpPr>
          <p:cNvPr id="4" name="ZoneTexte 3">
            <a:extLst>
              <a:ext uri="{FF2B5EF4-FFF2-40B4-BE49-F238E27FC236}">
                <a16:creationId xmlns:a16="http://schemas.microsoft.com/office/drawing/2014/main" id="{C2C2B506-264C-20C7-E2EB-33C15D1F72EA}"/>
              </a:ext>
            </a:extLst>
          </p:cNvPr>
          <p:cNvSpPr txBox="1"/>
          <p:nvPr/>
        </p:nvSpPr>
        <p:spPr>
          <a:xfrm>
            <a:off x="2940949" y="1776621"/>
            <a:ext cx="2839239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4400" dirty="0">
                <a:latin typeface="Brush Script MT" panose="03060802040406070304" pitchFamily="66" charset="0"/>
              </a:rPr>
              <a:t>Déjà inscris ?</a:t>
            </a:r>
          </a:p>
          <a:p>
            <a:r>
              <a:rPr lang="fr-FR" sz="4400" dirty="0">
                <a:latin typeface="Brush Script MT" panose="03060802040406070304" pitchFamily="66" charset="0"/>
              </a:rPr>
              <a:t>Connecte-toi !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BDD91B64-8EE9-7B17-59E6-9DCB6B26820B}"/>
              </a:ext>
            </a:extLst>
          </p:cNvPr>
          <p:cNvSpPr txBox="1"/>
          <p:nvPr/>
        </p:nvSpPr>
        <p:spPr>
          <a:xfrm>
            <a:off x="3436817" y="-824154"/>
            <a:ext cx="337681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4400" dirty="0">
                <a:latin typeface="Pristina" panose="03060402040406080204" pitchFamily="66" charset="0"/>
              </a:rPr>
              <a:t>Upload d’images</a:t>
            </a:r>
          </a:p>
        </p:txBody>
      </p:sp>
    </p:spTree>
    <p:extLst>
      <p:ext uri="{BB962C8B-B14F-4D97-AF65-F5344CB8AC3E}">
        <p14:creationId xmlns:p14="http://schemas.microsoft.com/office/powerpoint/2010/main" val="333984776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2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4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0107B9-527D-C28D-C124-029A3EC9E7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7">
            <a:extLst>
              <a:ext uri="{FF2B5EF4-FFF2-40B4-BE49-F238E27FC236}">
                <a16:creationId xmlns:a16="http://schemas.microsoft.com/office/drawing/2014/main" id="{555810AE-C311-8E3A-7516-13542F24DB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69" y="7740445"/>
            <a:ext cx="12180831" cy="5093110"/>
          </a:xfrm>
          <a:prstGeom prst="rect">
            <a:avLst/>
          </a:prstGeom>
        </p:spPr>
      </p:pic>
      <p:sp>
        <p:nvSpPr>
          <p:cNvPr id="11" name="Forme libre : forme 10">
            <a:extLst>
              <a:ext uri="{FF2B5EF4-FFF2-40B4-BE49-F238E27FC236}">
                <a16:creationId xmlns:a16="http://schemas.microsoft.com/office/drawing/2014/main" id="{716AEBB1-21F3-4BF7-39E1-5DD1B999E555}"/>
              </a:ext>
            </a:extLst>
          </p:cNvPr>
          <p:cNvSpPr/>
          <p:nvPr/>
        </p:nvSpPr>
        <p:spPr>
          <a:xfrm>
            <a:off x="0" y="685800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6619351" y="2948881"/>
                </a:moveTo>
                <a:cubicBezTo>
                  <a:pt x="6697486" y="2982367"/>
                  <a:pt x="6754785" y="3019946"/>
                  <a:pt x="6791248" y="3061618"/>
                </a:cubicBezTo>
                <a:cubicBezTo>
                  <a:pt x="6827711" y="3103290"/>
                  <a:pt x="6845942" y="3151659"/>
                  <a:pt x="6845942" y="3206726"/>
                </a:cubicBezTo>
                <a:cubicBezTo>
                  <a:pt x="6845942" y="3251374"/>
                  <a:pt x="6833850" y="3291186"/>
                  <a:pt x="6809665" y="3326160"/>
                </a:cubicBezTo>
                <a:cubicBezTo>
                  <a:pt x="6785481" y="3361135"/>
                  <a:pt x="6757761" y="3378622"/>
                  <a:pt x="6726507" y="3378622"/>
                </a:cubicBezTo>
                <a:cubicBezTo>
                  <a:pt x="6704183" y="3378622"/>
                  <a:pt x="6679627" y="3374715"/>
                  <a:pt x="6652838" y="3366902"/>
                </a:cubicBezTo>
                <a:cubicBezTo>
                  <a:pt x="6626048" y="3359088"/>
                  <a:pt x="6600376" y="3348484"/>
                  <a:pt x="6575819" y="3335090"/>
                </a:cubicBezTo>
                <a:close/>
                <a:moveTo>
                  <a:pt x="8774828" y="2877443"/>
                </a:moveTo>
                <a:lnTo>
                  <a:pt x="8929982" y="3322811"/>
                </a:lnTo>
                <a:lnTo>
                  <a:pt x="8624140" y="3426619"/>
                </a:lnTo>
                <a:close/>
                <a:moveTo>
                  <a:pt x="7020071" y="2569369"/>
                </a:moveTo>
                <a:cubicBezTo>
                  <a:pt x="6983608" y="2569369"/>
                  <a:pt x="6941936" y="2571043"/>
                  <a:pt x="6895055" y="2574392"/>
                </a:cubicBezTo>
                <a:cubicBezTo>
                  <a:pt x="6848174" y="2577741"/>
                  <a:pt x="6791992" y="2583508"/>
                  <a:pt x="6726507" y="2591693"/>
                </a:cubicBezTo>
                <a:lnTo>
                  <a:pt x="5869257" y="2689920"/>
                </a:lnTo>
                <a:lnTo>
                  <a:pt x="6221980" y="2842841"/>
                </a:lnTo>
                <a:lnTo>
                  <a:pt x="6059013" y="4063975"/>
                </a:lnTo>
                <a:lnTo>
                  <a:pt x="5901627" y="4175596"/>
                </a:lnTo>
                <a:lnTo>
                  <a:pt x="6845942" y="4281636"/>
                </a:lnTo>
                <a:lnTo>
                  <a:pt x="6594795" y="4059511"/>
                </a:lnTo>
                <a:lnTo>
                  <a:pt x="6562424" y="3662139"/>
                </a:lnTo>
                <a:cubicBezTo>
                  <a:pt x="6581772" y="3665860"/>
                  <a:pt x="6600562" y="3669395"/>
                  <a:pt x="6618793" y="3672743"/>
                </a:cubicBezTo>
                <a:cubicBezTo>
                  <a:pt x="6637025" y="3676092"/>
                  <a:pt x="6654698" y="3678511"/>
                  <a:pt x="6671813" y="3679999"/>
                </a:cubicBezTo>
                <a:lnTo>
                  <a:pt x="7094857" y="4194572"/>
                </a:lnTo>
                <a:lnTo>
                  <a:pt x="7005560" y="4363120"/>
                </a:lnTo>
                <a:lnTo>
                  <a:pt x="7753421" y="4111972"/>
                </a:lnTo>
                <a:lnTo>
                  <a:pt x="7116065" y="3677766"/>
                </a:lnTo>
                <a:cubicBezTo>
                  <a:pt x="7312518" y="3642048"/>
                  <a:pt x="7460602" y="3577121"/>
                  <a:pt x="7560317" y="3482988"/>
                </a:cubicBezTo>
                <a:cubicBezTo>
                  <a:pt x="7660032" y="3388854"/>
                  <a:pt x="7709889" y="3267001"/>
                  <a:pt x="7709889" y="3117429"/>
                </a:cubicBezTo>
                <a:cubicBezTo>
                  <a:pt x="7709889" y="2937346"/>
                  <a:pt x="7651474" y="2800983"/>
                  <a:pt x="7534644" y="2708337"/>
                </a:cubicBezTo>
                <a:cubicBezTo>
                  <a:pt x="7417814" y="2615692"/>
                  <a:pt x="7246289" y="2569369"/>
                  <a:pt x="7020071" y="2569369"/>
                </a:cubicBezTo>
                <a:close/>
                <a:moveTo>
                  <a:pt x="8074964" y="2548161"/>
                </a:moveTo>
                <a:lnTo>
                  <a:pt x="8269185" y="2674293"/>
                </a:lnTo>
                <a:lnTo>
                  <a:pt x="7926508" y="4007049"/>
                </a:lnTo>
                <a:lnTo>
                  <a:pt x="7668664" y="4199037"/>
                </a:lnTo>
                <a:lnTo>
                  <a:pt x="8726832" y="4123135"/>
                </a:lnTo>
                <a:lnTo>
                  <a:pt x="8569446" y="4000351"/>
                </a:lnTo>
                <a:lnTo>
                  <a:pt x="8674370" y="3712369"/>
                </a:lnTo>
                <a:lnTo>
                  <a:pt x="9036022" y="3684464"/>
                </a:lnTo>
                <a:lnTo>
                  <a:pt x="9106343" y="3931146"/>
                </a:lnTo>
                <a:lnTo>
                  <a:pt x="8857428" y="4264893"/>
                </a:lnTo>
                <a:lnTo>
                  <a:pt x="9830764" y="3963516"/>
                </a:lnTo>
                <a:lnTo>
                  <a:pt x="9618684" y="3899892"/>
                </a:lnTo>
                <a:lnTo>
                  <a:pt x="9081786" y="2701082"/>
                </a:lnTo>
                <a:lnTo>
                  <a:pt x="9387628" y="2591693"/>
                </a:lnTo>
                <a:close/>
                <a:moveTo>
                  <a:pt x="3932036" y="2539231"/>
                </a:moveTo>
                <a:lnTo>
                  <a:pt x="2235396" y="2698849"/>
                </a:lnTo>
                <a:lnTo>
                  <a:pt x="2624953" y="2884140"/>
                </a:lnTo>
                <a:lnTo>
                  <a:pt x="2487660" y="4002584"/>
                </a:lnTo>
                <a:lnTo>
                  <a:pt x="2235396" y="4168899"/>
                </a:lnTo>
                <a:lnTo>
                  <a:pt x="3563686" y="4262661"/>
                </a:lnTo>
                <a:lnTo>
                  <a:pt x="3338212" y="4114205"/>
                </a:lnTo>
                <a:lnTo>
                  <a:pt x="3212081" y="3620840"/>
                </a:lnTo>
                <a:lnTo>
                  <a:pt x="3611684" y="3643164"/>
                </a:lnTo>
                <a:lnTo>
                  <a:pt x="3849437" y="3972446"/>
                </a:lnTo>
                <a:lnTo>
                  <a:pt x="3637357" y="3037061"/>
                </a:lnTo>
                <a:lnTo>
                  <a:pt x="3517922" y="3204493"/>
                </a:lnTo>
                <a:lnTo>
                  <a:pt x="3234404" y="3326160"/>
                </a:lnTo>
                <a:lnTo>
                  <a:pt x="3155153" y="2960043"/>
                </a:lnTo>
                <a:lnTo>
                  <a:pt x="3818183" y="2914278"/>
                </a:lnTo>
                <a:lnTo>
                  <a:pt x="4073795" y="3350717"/>
                </a:lnTo>
                <a:lnTo>
                  <a:pt x="3956165" y="2677353"/>
                </a:lnTo>
                <a:lnTo>
                  <a:pt x="4225079" y="2781449"/>
                </a:lnTo>
                <a:lnTo>
                  <a:pt x="4396976" y="4007049"/>
                </a:lnTo>
                <a:lnTo>
                  <a:pt x="3913656" y="4175596"/>
                </a:lnTo>
                <a:lnTo>
                  <a:pt x="5752055" y="4255964"/>
                </a:lnTo>
                <a:lnTo>
                  <a:pt x="5852514" y="3518148"/>
                </a:lnTo>
                <a:lnTo>
                  <a:pt x="5555602" y="3922217"/>
                </a:lnTo>
                <a:lnTo>
                  <a:pt x="4914897" y="3841849"/>
                </a:lnTo>
                <a:lnTo>
                  <a:pt x="5049959" y="3479081"/>
                </a:lnTo>
                <a:lnTo>
                  <a:pt x="5390403" y="3524846"/>
                </a:lnTo>
                <a:lnTo>
                  <a:pt x="5512070" y="3716834"/>
                </a:lnTo>
                <a:lnTo>
                  <a:pt x="5468538" y="2944416"/>
                </a:lnTo>
                <a:lnTo>
                  <a:pt x="5354684" y="3119661"/>
                </a:lnTo>
                <a:lnTo>
                  <a:pt x="4970708" y="3208958"/>
                </a:lnTo>
                <a:lnTo>
                  <a:pt x="5052192" y="2868514"/>
                </a:lnTo>
                <a:lnTo>
                  <a:pt x="5590205" y="2866281"/>
                </a:lnTo>
                <a:lnTo>
                  <a:pt x="5772147" y="3053805"/>
                </a:lnTo>
                <a:lnTo>
                  <a:pt x="5662758" y="2541464"/>
                </a:lnTo>
                <a:lnTo>
                  <a:pt x="3952823" y="2658224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fr-FR" dirty="0"/>
          </a:p>
        </p:txBody>
      </p:sp>
      <p:sp>
        <p:nvSpPr>
          <p:cNvPr id="14" name="Cercle : creux 13">
            <a:extLst>
              <a:ext uri="{FF2B5EF4-FFF2-40B4-BE49-F238E27FC236}">
                <a16:creationId xmlns:a16="http://schemas.microsoft.com/office/drawing/2014/main" id="{32719C84-65E8-D761-EE58-7120EC84857C}"/>
              </a:ext>
            </a:extLst>
          </p:cNvPr>
          <p:cNvSpPr/>
          <p:nvPr/>
        </p:nvSpPr>
        <p:spPr>
          <a:xfrm>
            <a:off x="-1996633" y="1467091"/>
            <a:ext cx="3993265" cy="3923818"/>
          </a:xfrm>
          <a:prstGeom prst="donut">
            <a:avLst/>
          </a:prstGeom>
          <a:gradFill flip="none" rotWithShape="1">
            <a:gsLst>
              <a:gs pos="0">
                <a:srgbClr val="7030A0">
                  <a:shade val="30000"/>
                  <a:satMod val="115000"/>
                </a:srgbClr>
              </a:gs>
              <a:gs pos="50000">
                <a:srgbClr val="7030A0">
                  <a:shade val="67500"/>
                  <a:satMod val="115000"/>
                </a:srgbClr>
              </a:gs>
              <a:gs pos="100000">
                <a:srgbClr val="7030A0">
                  <a:shade val="100000"/>
                  <a:satMod val="115000"/>
                </a:srgb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16" name="Arc plein 15">
            <a:extLst>
              <a:ext uri="{FF2B5EF4-FFF2-40B4-BE49-F238E27FC236}">
                <a16:creationId xmlns:a16="http://schemas.microsoft.com/office/drawing/2014/main" id="{87A2D418-E457-E027-D2A1-853576818DAE}"/>
              </a:ext>
            </a:extLst>
          </p:cNvPr>
          <p:cNvSpPr/>
          <p:nvPr/>
        </p:nvSpPr>
        <p:spPr>
          <a:xfrm rot="2480724">
            <a:off x="-1996633" y="1467091"/>
            <a:ext cx="3993265" cy="3923818"/>
          </a:xfrm>
          <a:prstGeom prst="blockArc">
            <a:avLst>
              <a:gd name="adj1" fmla="val 18889740"/>
              <a:gd name="adj2" fmla="val 0"/>
              <a:gd name="adj3" fmla="val 25000"/>
            </a:avLst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pic>
        <p:nvPicPr>
          <p:cNvPr id="3" name="Graphique 2" descr="Livres sur une étagère avec un remplissage uni">
            <a:extLst>
              <a:ext uri="{FF2B5EF4-FFF2-40B4-BE49-F238E27FC236}">
                <a16:creationId xmlns:a16="http://schemas.microsoft.com/office/drawing/2014/main" id="{37AD7498-DE36-1B4E-9870-C80054175C1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60314" y="4311445"/>
            <a:ext cx="914400" cy="914400"/>
          </a:xfrm>
          <a:prstGeom prst="rect">
            <a:avLst/>
          </a:prstGeom>
        </p:spPr>
      </p:pic>
      <p:pic>
        <p:nvPicPr>
          <p:cNvPr id="5" name="Graphique 4" descr="Informatique hébergé avec un remplissage uni">
            <a:extLst>
              <a:ext uri="{FF2B5EF4-FFF2-40B4-BE49-F238E27FC236}">
                <a16:creationId xmlns:a16="http://schemas.microsoft.com/office/drawing/2014/main" id="{5AF3E209-91CB-08E1-CB20-556D431B116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61678" y="3429000"/>
            <a:ext cx="914400" cy="914400"/>
          </a:xfrm>
          <a:prstGeom prst="rect">
            <a:avLst/>
          </a:prstGeom>
        </p:spPr>
      </p:pic>
      <p:pic>
        <p:nvPicPr>
          <p:cNvPr id="7" name="Graphique 6" descr="Ordinateur avec un remplissage uni">
            <a:extLst>
              <a:ext uri="{FF2B5EF4-FFF2-40B4-BE49-F238E27FC236}">
                <a16:creationId xmlns:a16="http://schemas.microsoft.com/office/drawing/2014/main" id="{19892210-87C4-C915-86B3-8C91B40013E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958" y="1585496"/>
            <a:ext cx="914400" cy="914400"/>
          </a:xfrm>
          <a:prstGeom prst="rect">
            <a:avLst/>
          </a:prstGeom>
        </p:spPr>
      </p:pic>
      <p:pic>
        <p:nvPicPr>
          <p:cNvPr id="10" name="Graphique 9" descr="Enveloppe avec un remplissage uni">
            <a:extLst>
              <a:ext uri="{FF2B5EF4-FFF2-40B4-BE49-F238E27FC236}">
                <a16:creationId xmlns:a16="http://schemas.microsoft.com/office/drawing/2014/main" id="{2C4513A5-E4D3-1F67-C56A-34498513801A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29358" y="2357688"/>
            <a:ext cx="914400" cy="914400"/>
          </a:xfrm>
          <a:prstGeom prst="rect">
            <a:avLst/>
          </a:prstGeom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90E05C39-ACBE-071C-2B52-9D79925682AA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 r="-134" b="5652"/>
          <a:stretch>
            <a:fillRect/>
          </a:stretch>
        </p:blipFill>
        <p:spPr>
          <a:xfrm>
            <a:off x="6967383" y="6858000"/>
            <a:ext cx="2630712" cy="5508208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C0DAB812-CD02-8245-1313-00179935AEB3}"/>
              </a:ext>
            </a:extLst>
          </p:cNvPr>
          <p:cNvSpPr txBox="1"/>
          <p:nvPr/>
        </p:nvSpPr>
        <p:spPr>
          <a:xfrm>
            <a:off x="3137491" y="7017170"/>
            <a:ext cx="2839239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4400" dirty="0">
                <a:latin typeface="Brush Script MT" panose="03060802040406070304" pitchFamily="66" charset="0"/>
              </a:rPr>
              <a:t>Déjà inscris ?</a:t>
            </a:r>
          </a:p>
          <a:p>
            <a:r>
              <a:rPr lang="fr-FR" sz="4400" dirty="0">
                <a:latin typeface="Brush Script MT" panose="03060802040406070304" pitchFamily="66" charset="0"/>
              </a:rPr>
              <a:t>Connecte-toi !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2247818F-BBBF-02EA-22D6-FCDD5862B667}"/>
              </a:ext>
            </a:extLst>
          </p:cNvPr>
          <p:cNvSpPr txBox="1"/>
          <p:nvPr/>
        </p:nvSpPr>
        <p:spPr>
          <a:xfrm>
            <a:off x="3516330" y="252424"/>
            <a:ext cx="337681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4400" dirty="0">
                <a:latin typeface="Pristina" panose="03060402040406080204" pitchFamily="66" charset="0"/>
              </a:rPr>
              <a:t>Upload d’images</a:t>
            </a:r>
          </a:p>
        </p:txBody>
      </p:sp>
      <p:pic>
        <p:nvPicPr>
          <p:cNvPr id="13" name="Image 12">
            <a:extLst>
              <a:ext uri="{FF2B5EF4-FFF2-40B4-BE49-F238E27FC236}">
                <a16:creationId xmlns:a16="http://schemas.microsoft.com/office/drawing/2014/main" id="{40251DDA-6F0A-EC52-E09B-3CD27E52154C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 r="796" b="5797"/>
          <a:stretch>
            <a:fillRect/>
          </a:stretch>
        </p:blipFill>
        <p:spPr>
          <a:xfrm>
            <a:off x="12232171" y="-14295"/>
            <a:ext cx="3256722" cy="6872295"/>
          </a:xfrm>
          <a:prstGeom prst="rect">
            <a:avLst/>
          </a:prstGeom>
        </p:spPr>
      </p:pic>
      <p:sp>
        <p:nvSpPr>
          <p:cNvPr id="15" name="ZoneTexte 14">
            <a:extLst>
              <a:ext uri="{FF2B5EF4-FFF2-40B4-BE49-F238E27FC236}">
                <a16:creationId xmlns:a16="http://schemas.microsoft.com/office/drawing/2014/main" id="{C668D38F-9D84-62E8-4445-1C4BA862B063}"/>
              </a:ext>
            </a:extLst>
          </p:cNvPr>
          <p:cNvSpPr txBox="1"/>
          <p:nvPr/>
        </p:nvSpPr>
        <p:spPr>
          <a:xfrm>
            <a:off x="3256761" y="7017170"/>
            <a:ext cx="2839239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4400" dirty="0">
                <a:latin typeface="Brush Script MT" panose="03060802040406070304" pitchFamily="66" charset="0"/>
              </a:rPr>
              <a:t>Déjà inscris ?</a:t>
            </a:r>
          </a:p>
          <a:p>
            <a:r>
              <a:rPr lang="fr-FR" sz="4400" dirty="0">
                <a:latin typeface="Brush Script MT" panose="03060802040406070304" pitchFamily="66" charset="0"/>
              </a:rPr>
              <a:t>Connecte-toi !</a:t>
            </a:r>
          </a:p>
        </p:txBody>
      </p:sp>
    </p:spTree>
    <p:extLst>
      <p:ext uri="{BB962C8B-B14F-4D97-AF65-F5344CB8AC3E}">
        <p14:creationId xmlns:p14="http://schemas.microsoft.com/office/powerpoint/2010/main" val="38665726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1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1A9ABC-8EC4-44C7-8A65-A3E8084E52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Image 11">
            <a:extLst>
              <a:ext uri="{FF2B5EF4-FFF2-40B4-BE49-F238E27FC236}">
                <a16:creationId xmlns:a16="http://schemas.microsoft.com/office/drawing/2014/main" id="{98190C75-7F79-BBB8-2B06-B8B0F11907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5675522" y="1763493"/>
            <a:ext cx="5690480" cy="3331013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C5C1BACA-FA0D-00BB-CB4D-333C6F04DD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69" y="7740445"/>
            <a:ext cx="12180831" cy="5093110"/>
          </a:xfrm>
          <a:prstGeom prst="rect">
            <a:avLst/>
          </a:prstGeom>
        </p:spPr>
      </p:pic>
      <p:sp>
        <p:nvSpPr>
          <p:cNvPr id="11" name="Forme libre : forme 10">
            <a:extLst>
              <a:ext uri="{FF2B5EF4-FFF2-40B4-BE49-F238E27FC236}">
                <a16:creationId xmlns:a16="http://schemas.microsoft.com/office/drawing/2014/main" id="{FCC6A79F-9321-95D8-1ACF-5503433BC352}"/>
              </a:ext>
            </a:extLst>
          </p:cNvPr>
          <p:cNvSpPr/>
          <p:nvPr/>
        </p:nvSpPr>
        <p:spPr>
          <a:xfrm>
            <a:off x="0" y="685800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6619351" y="2948881"/>
                </a:moveTo>
                <a:cubicBezTo>
                  <a:pt x="6697486" y="2982367"/>
                  <a:pt x="6754785" y="3019946"/>
                  <a:pt x="6791248" y="3061618"/>
                </a:cubicBezTo>
                <a:cubicBezTo>
                  <a:pt x="6827711" y="3103290"/>
                  <a:pt x="6845942" y="3151659"/>
                  <a:pt x="6845942" y="3206726"/>
                </a:cubicBezTo>
                <a:cubicBezTo>
                  <a:pt x="6845942" y="3251374"/>
                  <a:pt x="6833850" y="3291186"/>
                  <a:pt x="6809665" y="3326160"/>
                </a:cubicBezTo>
                <a:cubicBezTo>
                  <a:pt x="6785481" y="3361135"/>
                  <a:pt x="6757761" y="3378622"/>
                  <a:pt x="6726507" y="3378622"/>
                </a:cubicBezTo>
                <a:cubicBezTo>
                  <a:pt x="6704183" y="3378622"/>
                  <a:pt x="6679627" y="3374715"/>
                  <a:pt x="6652838" y="3366902"/>
                </a:cubicBezTo>
                <a:cubicBezTo>
                  <a:pt x="6626048" y="3359088"/>
                  <a:pt x="6600376" y="3348484"/>
                  <a:pt x="6575819" y="3335090"/>
                </a:cubicBezTo>
                <a:close/>
                <a:moveTo>
                  <a:pt x="8774828" y="2877443"/>
                </a:moveTo>
                <a:lnTo>
                  <a:pt x="8929982" y="3322811"/>
                </a:lnTo>
                <a:lnTo>
                  <a:pt x="8624140" y="3426619"/>
                </a:lnTo>
                <a:close/>
                <a:moveTo>
                  <a:pt x="7020071" y="2569369"/>
                </a:moveTo>
                <a:cubicBezTo>
                  <a:pt x="6983608" y="2569369"/>
                  <a:pt x="6941936" y="2571043"/>
                  <a:pt x="6895055" y="2574392"/>
                </a:cubicBezTo>
                <a:cubicBezTo>
                  <a:pt x="6848174" y="2577741"/>
                  <a:pt x="6791992" y="2583508"/>
                  <a:pt x="6726507" y="2591693"/>
                </a:cubicBezTo>
                <a:lnTo>
                  <a:pt x="5869257" y="2689920"/>
                </a:lnTo>
                <a:lnTo>
                  <a:pt x="6221980" y="2842841"/>
                </a:lnTo>
                <a:lnTo>
                  <a:pt x="6059013" y="4063975"/>
                </a:lnTo>
                <a:lnTo>
                  <a:pt x="5901627" y="4175596"/>
                </a:lnTo>
                <a:lnTo>
                  <a:pt x="6845942" y="4281636"/>
                </a:lnTo>
                <a:lnTo>
                  <a:pt x="6594795" y="4059511"/>
                </a:lnTo>
                <a:lnTo>
                  <a:pt x="6562424" y="3662139"/>
                </a:lnTo>
                <a:cubicBezTo>
                  <a:pt x="6581772" y="3665860"/>
                  <a:pt x="6600562" y="3669395"/>
                  <a:pt x="6618793" y="3672743"/>
                </a:cubicBezTo>
                <a:cubicBezTo>
                  <a:pt x="6637025" y="3676092"/>
                  <a:pt x="6654698" y="3678511"/>
                  <a:pt x="6671813" y="3679999"/>
                </a:cubicBezTo>
                <a:lnTo>
                  <a:pt x="7094857" y="4194572"/>
                </a:lnTo>
                <a:lnTo>
                  <a:pt x="7005560" y="4363120"/>
                </a:lnTo>
                <a:lnTo>
                  <a:pt x="7753421" y="4111972"/>
                </a:lnTo>
                <a:lnTo>
                  <a:pt x="7116065" y="3677766"/>
                </a:lnTo>
                <a:cubicBezTo>
                  <a:pt x="7312518" y="3642048"/>
                  <a:pt x="7460602" y="3577121"/>
                  <a:pt x="7560317" y="3482988"/>
                </a:cubicBezTo>
                <a:cubicBezTo>
                  <a:pt x="7660032" y="3388854"/>
                  <a:pt x="7709889" y="3267001"/>
                  <a:pt x="7709889" y="3117429"/>
                </a:cubicBezTo>
                <a:cubicBezTo>
                  <a:pt x="7709889" y="2937346"/>
                  <a:pt x="7651474" y="2800983"/>
                  <a:pt x="7534644" y="2708337"/>
                </a:cubicBezTo>
                <a:cubicBezTo>
                  <a:pt x="7417814" y="2615692"/>
                  <a:pt x="7246289" y="2569369"/>
                  <a:pt x="7020071" y="2569369"/>
                </a:cubicBezTo>
                <a:close/>
                <a:moveTo>
                  <a:pt x="8074964" y="2548161"/>
                </a:moveTo>
                <a:lnTo>
                  <a:pt x="8269185" y="2674293"/>
                </a:lnTo>
                <a:lnTo>
                  <a:pt x="7926508" y="4007049"/>
                </a:lnTo>
                <a:lnTo>
                  <a:pt x="7668664" y="4199037"/>
                </a:lnTo>
                <a:lnTo>
                  <a:pt x="8726832" y="4123135"/>
                </a:lnTo>
                <a:lnTo>
                  <a:pt x="8569446" y="4000351"/>
                </a:lnTo>
                <a:lnTo>
                  <a:pt x="8674370" y="3712369"/>
                </a:lnTo>
                <a:lnTo>
                  <a:pt x="9036022" y="3684464"/>
                </a:lnTo>
                <a:lnTo>
                  <a:pt x="9106343" y="3931146"/>
                </a:lnTo>
                <a:lnTo>
                  <a:pt x="8857428" y="4264893"/>
                </a:lnTo>
                <a:lnTo>
                  <a:pt x="9830764" y="3963516"/>
                </a:lnTo>
                <a:lnTo>
                  <a:pt x="9618684" y="3899892"/>
                </a:lnTo>
                <a:lnTo>
                  <a:pt x="9081786" y="2701082"/>
                </a:lnTo>
                <a:lnTo>
                  <a:pt x="9387628" y="2591693"/>
                </a:lnTo>
                <a:close/>
                <a:moveTo>
                  <a:pt x="3932036" y="2539231"/>
                </a:moveTo>
                <a:lnTo>
                  <a:pt x="2235396" y="2698849"/>
                </a:lnTo>
                <a:lnTo>
                  <a:pt x="2624953" y="2884140"/>
                </a:lnTo>
                <a:lnTo>
                  <a:pt x="2487660" y="4002584"/>
                </a:lnTo>
                <a:lnTo>
                  <a:pt x="2235396" y="4168899"/>
                </a:lnTo>
                <a:lnTo>
                  <a:pt x="3563686" y="4262661"/>
                </a:lnTo>
                <a:lnTo>
                  <a:pt x="3338212" y="4114205"/>
                </a:lnTo>
                <a:lnTo>
                  <a:pt x="3212081" y="3620840"/>
                </a:lnTo>
                <a:lnTo>
                  <a:pt x="3611684" y="3643164"/>
                </a:lnTo>
                <a:lnTo>
                  <a:pt x="3849437" y="3972446"/>
                </a:lnTo>
                <a:lnTo>
                  <a:pt x="3637357" y="3037061"/>
                </a:lnTo>
                <a:lnTo>
                  <a:pt x="3517922" y="3204493"/>
                </a:lnTo>
                <a:lnTo>
                  <a:pt x="3234404" y="3326160"/>
                </a:lnTo>
                <a:lnTo>
                  <a:pt x="3155153" y="2960043"/>
                </a:lnTo>
                <a:lnTo>
                  <a:pt x="3818183" y="2914278"/>
                </a:lnTo>
                <a:lnTo>
                  <a:pt x="4073795" y="3350717"/>
                </a:lnTo>
                <a:lnTo>
                  <a:pt x="3956165" y="2677353"/>
                </a:lnTo>
                <a:lnTo>
                  <a:pt x="4225079" y="2781449"/>
                </a:lnTo>
                <a:lnTo>
                  <a:pt x="4396976" y="4007049"/>
                </a:lnTo>
                <a:lnTo>
                  <a:pt x="3913656" y="4175596"/>
                </a:lnTo>
                <a:lnTo>
                  <a:pt x="5752055" y="4255964"/>
                </a:lnTo>
                <a:lnTo>
                  <a:pt x="5852514" y="3518148"/>
                </a:lnTo>
                <a:lnTo>
                  <a:pt x="5555602" y="3922217"/>
                </a:lnTo>
                <a:lnTo>
                  <a:pt x="4914897" y="3841849"/>
                </a:lnTo>
                <a:lnTo>
                  <a:pt x="5049959" y="3479081"/>
                </a:lnTo>
                <a:lnTo>
                  <a:pt x="5390403" y="3524846"/>
                </a:lnTo>
                <a:lnTo>
                  <a:pt x="5512070" y="3716834"/>
                </a:lnTo>
                <a:lnTo>
                  <a:pt x="5468538" y="2944416"/>
                </a:lnTo>
                <a:lnTo>
                  <a:pt x="5354684" y="3119661"/>
                </a:lnTo>
                <a:lnTo>
                  <a:pt x="4970708" y="3208958"/>
                </a:lnTo>
                <a:lnTo>
                  <a:pt x="5052192" y="2868514"/>
                </a:lnTo>
                <a:lnTo>
                  <a:pt x="5590205" y="2866281"/>
                </a:lnTo>
                <a:lnTo>
                  <a:pt x="5772147" y="3053805"/>
                </a:lnTo>
                <a:lnTo>
                  <a:pt x="5662758" y="2541464"/>
                </a:lnTo>
                <a:lnTo>
                  <a:pt x="3952823" y="2658224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fr-FR" dirty="0"/>
          </a:p>
        </p:txBody>
      </p:sp>
      <p:sp>
        <p:nvSpPr>
          <p:cNvPr id="14" name="Cercle : creux 13">
            <a:extLst>
              <a:ext uri="{FF2B5EF4-FFF2-40B4-BE49-F238E27FC236}">
                <a16:creationId xmlns:a16="http://schemas.microsoft.com/office/drawing/2014/main" id="{36269DB2-8DCE-937C-5BD9-0B81B5F34FBB}"/>
              </a:ext>
            </a:extLst>
          </p:cNvPr>
          <p:cNvSpPr/>
          <p:nvPr/>
        </p:nvSpPr>
        <p:spPr>
          <a:xfrm>
            <a:off x="-1996633" y="1467091"/>
            <a:ext cx="3993265" cy="3923818"/>
          </a:xfrm>
          <a:prstGeom prst="donut">
            <a:avLst/>
          </a:prstGeom>
          <a:gradFill flip="none" rotWithShape="1">
            <a:gsLst>
              <a:gs pos="0">
                <a:srgbClr val="7030A0">
                  <a:shade val="30000"/>
                  <a:satMod val="115000"/>
                </a:srgbClr>
              </a:gs>
              <a:gs pos="50000">
                <a:srgbClr val="7030A0">
                  <a:shade val="67500"/>
                  <a:satMod val="115000"/>
                </a:srgbClr>
              </a:gs>
              <a:gs pos="100000">
                <a:srgbClr val="7030A0">
                  <a:shade val="100000"/>
                  <a:satMod val="115000"/>
                </a:srgb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16" name="Arc plein 15">
            <a:extLst>
              <a:ext uri="{FF2B5EF4-FFF2-40B4-BE49-F238E27FC236}">
                <a16:creationId xmlns:a16="http://schemas.microsoft.com/office/drawing/2014/main" id="{CBFA0613-1091-8D3E-4874-F5684289185E}"/>
              </a:ext>
            </a:extLst>
          </p:cNvPr>
          <p:cNvSpPr/>
          <p:nvPr/>
        </p:nvSpPr>
        <p:spPr>
          <a:xfrm rot="2480724">
            <a:off x="-1996633" y="1467091"/>
            <a:ext cx="3993265" cy="3923818"/>
          </a:xfrm>
          <a:prstGeom prst="blockArc">
            <a:avLst>
              <a:gd name="adj1" fmla="val 18889740"/>
              <a:gd name="adj2" fmla="val 0"/>
              <a:gd name="adj3" fmla="val 25000"/>
            </a:avLst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pic>
        <p:nvPicPr>
          <p:cNvPr id="3" name="Graphique 2" descr="Livres sur une étagère avec un remplissage uni">
            <a:extLst>
              <a:ext uri="{FF2B5EF4-FFF2-40B4-BE49-F238E27FC236}">
                <a16:creationId xmlns:a16="http://schemas.microsoft.com/office/drawing/2014/main" id="{BB971CB0-3E0D-B6CF-3882-66B78777658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60314" y="4311445"/>
            <a:ext cx="914400" cy="914400"/>
          </a:xfrm>
          <a:prstGeom prst="rect">
            <a:avLst/>
          </a:prstGeom>
        </p:spPr>
      </p:pic>
      <p:pic>
        <p:nvPicPr>
          <p:cNvPr id="5" name="Graphique 4" descr="Informatique hébergé avec un remplissage uni">
            <a:extLst>
              <a:ext uri="{FF2B5EF4-FFF2-40B4-BE49-F238E27FC236}">
                <a16:creationId xmlns:a16="http://schemas.microsoft.com/office/drawing/2014/main" id="{F67EDB13-6BEB-D970-1747-39ACD7F0A83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61678" y="3429000"/>
            <a:ext cx="914400" cy="914400"/>
          </a:xfrm>
          <a:prstGeom prst="rect">
            <a:avLst/>
          </a:prstGeom>
        </p:spPr>
      </p:pic>
      <p:pic>
        <p:nvPicPr>
          <p:cNvPr id="7" name="Graphique 6" descr="Ordinateur avec un remplissage uni">
            <a:extLst>
              <a:ext uri="{FF2B5EF4-FFF2-40B4-BE49-F238E27FC236}">
                <a16:creationId xmlns:a16="http://schemas.microsoft.com/office/drawing/2014/main" id="{DA673705-1B76-61CD-C6FE-A863D8E3D12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4958" y="1585496"/>
            <a:ext cx="914400" cy="914400"/>
          </a:xfrm>
          <a:prstGeom prst="rect">
            <a:avLst/>
          </a:prstGeom>
        </p:spPr>
      </p:pic>
      <p:pic>
        <p:nvPicPr>
          <p:cNvPr id="10" name="Graphique 9" descr="Enveloppe avec un remplissage uni">
            <a:extLst>
              <a:ext uri="{FF2B5EF4-FFF2-40B4-BE49-F238E27FC236}">
                <a16:creationId xmlns:a16="http://schemas.microsoft.com/office/drawing/2014/main" id="{3EA3BE1B-76C5-A224-E5F3-E6EAFB2CC563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29358" y="2357688"/>
            <a:ext cx="914400" cy="914400"/>
          </a:xfrm>
          <a:prstGeom prst="rect">
            <a:avLst/>
          </a:prstGeom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1CB830C1-DFAE-2978-4A02-A503FC1F8723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 r="-134" b="5652"/>
          <a:stretch>
            <a:fillRect/>
          </a:stretch>
        </p:blipFill>
        <p:spPr>
          <a:xfrm>
            <a:off x="6967383" y="6858000"/>
            <a:ext cx="2630712" cy="5508208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5EBEC060-D9AD-C39C-BEB4-351F85D32FA8}"/>
              </a:ext>
            </a:extLst>
          </p:cNvPr>
          <p:cNvSpPr txBox="1"/>
          <p:nvPr/>
        </p:nvSpPr>
        <p:spPr>
          <a:xfrm>
            <a:off x="3137491" y="7017170"/>
            <a:ext cx="2839239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4400" dirty="0">
                <a:latin typeface="Brush Script MT" panose="03060802040406070304" pitchFamily="66" charset="0"/>
              </a:rPr>
              <a:t>Déjà inscris ?</a:t>
            </a:r>
          </a:p>
          <a:p>
            <a:r>
              <a:rPr lang="fr-FR" sz="4400" dirty="0">
                <a:latin typeface="Brush Script MT" panose="03060802040406070304" pitchFamily="66" charset="0"/>
              </a:rPr>
              <a:t>Connecte-toi !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A1DFBD64-9474-2CE3-1718-19B8BE48C443}"/>
              </a:ext>
            </a:extLst>
          </p:cNvPr>
          <p:cNvSpPr txBox="1"/>
          <p:nvPr/>
        </p:nvSpPr>
        <p:spPr>
          <a:xfrm>
            <a:off x="3516330" y="252424"/>
            <a:ext cx="337681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4400" dirty="0">
                <a:latin typeface="Pristina" panose="03060402040406080204" pitchFamily="66" charset="0"/>
              </a:rPr>
              <a:t>Upload d’images</a:t>
            </a:r>
          </a:p>
        </p:txBody>
      </p:sp>
      <p:pic>
        <p:nvPicPr>
          <p:cNvPr id="13" name="Image 12">
            <a:extLst>
              <a:ext uri="{FF2B5EF4-FFF2-40B4-BE49-F238E27FC236}">
                <a16:creationId xmlns:a16="http://schemas.microsoft.com/office/drawing/2014/main" id="{D2A2F037-54F5-F8B3-DDCD-60FD05F74D2B}"/>
              </a:ext>
            </a:extLst>
          </p:cNvPr>
          <p:cNvPicPr>
            <a:picLocks noChangeAspect="1"/>
          </p:cNvPicPr>
          <p:nvPr/>
        </p:nvPicPr>
        <p:blipFill>
          <a:blip r:embed="rId13"/>
          <a:srcRect r="796" b="5797"/>
          <a:stretch>
            <a:fillRect/>
          </a:stretch>
        </p:blipFill>
        <p:spPr>
          <a:xfrm>
            <a:off x="8952846" y="0"/>
            <a:ext cx="3256722" cy="68722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201026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A1BFD7-E6C8-9505-BBCD-80D84CC204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Image 11">
            <a:extLst>
              <a:ext uri="{FF2B5EF4-FFF2-40B4-BE49-F238E27FC236}">
                <a16:creationId xmlns:a16="http://schemas.microsoft.com/office/drawing/2014/main" id="{432622D9-9DC9-3A2F-9EC4-ACEB905DA0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7383" y="1781896"/>
            <a:ext cx="5690480" cy="3331013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67952752-FE0A-DB5E-23D8-4C1893891D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69" y="7740445"/>
            <a:ext cx="12180831" cy="5093110"/>
          </a:xfrm>
          <a:prstGeom prst="rect">
            <a:avLst/>
          </a:prstGeom>
        </p:spPr>
      </p:pic>
      <p:sp>
        <p:nvSpPr>
          <p:cNvPr id="11" name="Forme libre : forme 10">
            <a:extLst>
              <a:ext uri="{FF2B5EF4-FFF2-40B4-BE49-F238E27FC236}">
                <a16:creationId xmlns:a16="http://schemas.microsoft.com/office/drawing/2014/main" id="{9E5F4D6D-51C2-EE24-2829-FEDEC43D9039}"/>
              </a:ext>
            </a:extLst>
          </p:cNvPr>
          <p:cNvSpPr/>
          <p:nvPr/>
        </p:nvSpPr>
        <p:spPr>
          <a:xfrm>
            <a:off x="0" y="685800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6619351" y="2948881"/>
                </a:moveTo>
                <a:cubicBezTo>
                  <a:pt x="6697486" y="2982367"/>
                  <a:pt x="6754785" y="3019946"/>
                  <a:pt x="6791248" y="3061618"/>
                </a:cubicBezTo>
                <a:cubicBezTo>
                  <a:pt x="6827711" y="3103290"/>
                  <a:pt x="6845942" y="3151659"/>
                  <a:pt x="6845942" y="3206726"/>
                </a:cubicBezTo>
                <a:cubicBezTo>
                  <a:pt x="6845942" y="3251374"/>
                  <a:pt x="6833850" y="3291186"/>
                  <a:pt x="6809665" y="3326160"/>
                </a:cubicBezTo>
                <a:cubicBezTo>
                  <a:pt x="6785481" y="3361135"/>
                  <a:pt x="6757761" y="3378622"/>
                  <a:pt x="6726507" y="3378622"/>
                </a:cubicBezTo>
                <a:cubicBezTo>
                  <a:pt x="6704183" y="3378622"/>
                  <a:pt x="6679627" y="3374715"/>
                  <a:pt x="6652838" y="3366902"/>
                </a:cubicBezTo>
                <a:cubicBezTo>
                  <a:pt x="6626048" y="3359088"/>
                  <a:pt x="6600376" y="3348484"/>
                  <a:pt x="6575819" y="3335090"/>
                </a:cubicBezTo>
                <a:close/>
                <a:moveTo>
                  <a:pt x="8774828" y="2877443"/>
                </a:moveTo>
                <a:lnTo>
                  <a:pt x="8929982" y="3322811"/>
                </a:lnTo>
                <a:lnTo>
                  <a:pt x="8624140" y="3426619"/>
                </a:lnTo>
                <a:close/>
                <a:moveTo>
                  <a:pt x="7020071" y="2569369"/>
                </a:moveTo>
                <a:cubicBezTo>
                  <a:pt x="6983608" y="2569369"/>
                  <a:pt x="6941936" y="2571043"/>
                  <a:pt x="6895055" y="2574392"/>
                </a:cubicBezTo>
                <a:cubicBezTo>
                  <a:pt x="6848174" y="2577741"/>
                  <a:pt x="6791992" y="2583508"/>
                  <a:pt x="6726507" y="2591693"/>
                </a:cubicBezTo>
                <a:lnTo>
                  <a:pt x="5869257" y="2689920"/>
                </a:lnTo>
                <a:lnTo>
                  <a:pt x="6221980" y="2842841"/>
                </a:lnTo>
                <a:lnTo>
                  <a:pt x="6059013" y="4063975"/>
                </a:lnTo>
                <a:lnTo>
                  <a:pt x="5901627" y="4175596"/>
                </a:lnTo>
                <a:lnTo>
                  <a:pt x="6845942" y="4281636"/>
                </a:lnTo>
                <a:lnTo>
                  <a:pt x="6594795" y="4059511"/>
                </a:lnTo>
                <a:lnTo>
                  <a:pt x="6562424" y="3662139"/>
                </a:lnTo>
                <a:cubicBezTo>
                  <a:pt x="6581772" y="3665860"/>
                  <a:pt x="6600562" y="3669395"/>
                  <a:pt x="6618793" y="3672743"/>
                </a:cubicBezTo>
                <a:cubicBezTo>
                  <a:pt x="6637025" y="3676092"/>
                  <a:pt x="6654698" y="3678511"/>
                  <a:pt x="6671813" y="3679999"/>
                </a:cubicBezTo>
                <a:lnTo>
                  <a:pt x="7094857" y="4194572"/>
                </a:lnTo>
                <a:lnTo>
                  <a:pt x="7005560" y="4363120"/>
                </a:lnTo>
                <a:lnTo>
                  <a:pt x="7753421" y="4111972"/>
                </a:lnTo>
                <a:lnTo>
                  <a:pt x="7116065" y="3677766"/>
                </a:lnTo>
                <a:cubicBezTo>
                  <a:pt x="7312518" y="3642048"/>
                  <a:pt x="7460602" y="3577121"/>
                  <a:pt x="7560317" y="3482988"/>
                </a:cubicBezTo>
                <a:cubicBezTo>
                  <a:pt x="7660032" y="3388854"/>
                  <a:pt x="7709889" y="3267001"/>
                  <a:pt x="7709889" y="3117429"/>
                </a:cubicBezTo>
                <a:cubicBezTo>
                  <a:pt x="7709889" y="2937346"/>
                  <a:pt x="7651474" y="2800983"/>
                  <a:pt x="7534644" y="2708337"/>
                </a:cubicBezTo>
                <a:cubicBezTo>
                  <a:pt x="7417814" y="2615692"/>
                  <a:pt x="7246289" y="2569369"/>
                  <a:pt x="7020071" y="2569369"/>
                </a:cubicBezTo>
                <a:close/>
                <a:moveTo>
                  <a:pt x="8074964" y="2548161"/>
                </a:moveTo>
                <a:lnTo>
                  <a:pt x="8269185" y="2674293"/>
                </a:lnTo>
                <a:lnTo>
                  <a:pt x="7926508" y="4007049"/>
                </a:lnTo>
                <a:lnTo>
                  <a:pt x="7668664" y="4199037"/>
                </a:lnTo>
                <a:lnTo>
                  <a:pt x="8726832" y="4123135"/>
                </a:lnTo>
                <a:lnTo>
                  <a:pt x="8569446" y="4000351"/>
                </a:lnTo>
                <a:lnTo>
                  <a:pt x="8674370" y="3712369"/>
                </a:lnTo>
                <a:lnTo>
                  <a:pt x="9036022" y="3684464"/>
                </a:lnTo>
                <a:lnTo>
                  <a:pt x="9106343" y="3931146"/>
                </a:lnTo>
                <a:lnTo>
                  <a:pt x="8857428" y="4264893"/>
                </a:lnTo>
                <a:lnTo>
                  <a:pt x="9830764" y="3963516"/>
                </a:lnTo>
                <a:lnTo>
                  <a:pt x="9618684" y="3899892"/>
                </a:lnTo>
                <a:lnTo>
                  <a:pt x="9081786" y="2701082"/>
                </a:lnTo>
                <a:lnTo>
                  <a:pt x="9387628" y="2591693"/>
                </a:lnTo>
                <a:close/>
                <a:moveTo>
                  <a:pt x="3932036" y="2539231"/>
                </a:moveTo>
                <a:lnTo>
                  <a:pt x="2235396" y="2698849"/>
                </a:lnTo>
                <a:lnTo>
                  <a:pt x="2624953" y="2884140"/>
                </a:lnTo>
                <a:lnTo>
                  <a:pt x="2487660" y="4002584"/>
                </a:lnTo>
                <a:lnTo>
                  <a:pt x="2235396" y="4168899"/>
                </a:lnTo>
                <a:lnTo>
                  <a:pt x="3563686" y="4262661"/>
                </a:lnTo>
                <a:lnTo>
                  <a:pt x="3338212" y="4114205"/>
                </a:lnTo>
                <a:lnTo>
                  <a:pt x="3212081" y="3620840"/>
                </a:lnTo>
                <a:lnTo>
                  <a:pt x="3611684" y="3643164"/>
                </a:lnTo>
                <a:lnTo>
                  <a:pt x="3849437" y="3972446"/>
                </a:lnTo>
                <a:lnTo>
                  <a:pt x="3637357" y="3037061"/>
                </a:lnTo>
                <a:lnTo>
                  <a:pt x="3517922" y="3204493"/>
                </a:lnTo>
                <a:lnTo>
                  <a:pt x="3234404" y="3326160"/>
                </a:lnTo>
                <a:lnTo>
                  <a:pt x="3155153" y="2960043"/>
                </a:lnTo>
                <a:lnTo>
                  <a:pt x="3818183" y="2914278"/>
                </a:lnTo>
                <a:lnTo>
                  <a:pt x="4073795" y="3350717"/>
                </a:lnTo>
                <a:lnTo>
                  <a:pt x="3956165" y="2677353"/>
                </a:lnTo>
                <a:lnTo>
                  <a:pt x="4225079" y="2781449"/>
                </a:lnTo>
                <a:lnTo>
                  <a:pt x="4396976" y="4007049"/>
                </a:lnTo>
                <a:lnTo>
                  <a:pt x="3913656" y="4175596"/>
                </a:lnTo>
                <a:lnTo>
                  <a:pt x="5752055" y="4255964"/>
                </a:lnTo>
                <a:lnTo>
                  <a:pt x="5852514" y="3518148"/>
                </a:lnTo>
                <a:lnTo>
                  <a:pt x="5555602" y="3922217"/>
                </a:lnTo>
                <a:lnTo>
                  <a:pt x="4914897" y="3841849"/>
                </a:lnTo>
                <a:lnTo>
                  <a:pt x="5049959" y="3479081"/>
                </a:lnTo>
                <a:lnTo>
                  <a:pt x="5390403" y="3524846"/>
                </a:lnTo>
                <a:lnTo>
                  <a:pt x="5512070" y="3716834"/>
                </a:lnTo>
                <a:lnTo>
                  <a:pt x="5468538" y="2944416"/>
                </a:lnTo>
                <a:lnTo>
                  <a:pt x="5354684" y="3119661"/>
                </a:lnTo>
                <a:lnTo>
                  <a:pt x="4970708" y="3208958"/>
                </a:lnTo>
                <a:lnTo>
                  <a:pt x="5052192" y="2868514"/>
                </a:lnTo>
                <a:lnTo>
                  <a:pt x="5590205" y="2866281"/>
                </a:lnTo>
                <a:lnTo>
                  <a:pt x="5772147" y="3053805"/>
                </a:lnTo>
                <a:lnTo>
                  <a:pt x="5662758" y="2541464"/>
                </a:lnTo>
                <a:lnTo>
                  <a:pt x="3952823" y="2658224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fr-FR" dirty="0"/>
          </a:p>
        </p:txBody>
      </p:sp>
      <p:sp>
        <p:nvSpPr>
          <p:cNvPr id="14" name="Cercle : creux 13">
            <a:extLst>
              <a:ext uri="{FF2B5EF4-FFF2-40B4-BE49-F238E27FC236}">
                <a16:creationId xmlns:a16="http://schemas.microsoft.com/office/drawing/2014/main" id="{9C86CCA0-F3D2-93AC-E3C2-ABDDECD4A565}"/>
              </a:ext>
            </a:extLst>
          </p:cNvPr>
          <p:cNvSpPr/>
          <p:nvPr/>
        </p:nvSpPr>
        <p:spPr>
          <a:xfrm>
            <a:off x="-1996633" y="1467091"/>
            <a:ext cx="3993265" cy="3923818"/>
          </a:xfrm>
          <a:prstGeom prst="donut">
            <a:avLst/>
          </a:prstGeom>
          <a:gradFill flip="none" rotWithShape="1">
            <a:gsLst>
              <a:gs pos="0">
                <a:srgbClr val="7030A0">
                  <a:shade val="30000"/>
                  <a:satMod val="115000"/>
                </a:srgbClr>
              </a:gs>
              <a:gs pos="50000">
                <a:srgbClr val="7030A0">
                  <a:shade val="67500"/>
                  <a:satMod val="115000"/>
                </a:srgbClr>
              </a:gs>
              <a:gs pos="100000">
                <a:srgbClr val="7030A0">
                  <a:shade val="100000"/>
                  <a:satMod val="115000"/>
                </a:srgb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16" name="Arc plein 15">
            <a:extLst>
              <a:ext uri="{FF2B5EF4-FFF2-40B4-BE49-F238E27FC236}">
                <a16:creationId xmlns:a16="http://schemas.microsoft.com/office/drawing/2014/main" id="{241E3112-1DB9-ECD1-1218-4D17A181C21C}"/>
              </a:ext>
            </a:extLst>
          </p:cNvPr>
          <p:cNvSpPr/>
          <p:nvPr/>
        </p:nvSpPr>
        <p:spPr>
          <a:xfrm rot="2480724">
            <a:off x="-1996633" y="1467091"/>
            <a:ext cx="3993265" cy="3923818"/>
          </a:xfrm>
          <a:prstGeom prst="blockArc">
            <a:avLst>
              <a:gd name="adj1" fmla="val 18889740"/>
              <a:gd name="adj2" fmla="val 0"/>
              <a:gd name="adj3" fmla="val 25000"/>
            </a:avLst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pic>
        <p:nvPicPr>
          <p:cNvPr id="3" name="Graphique 2" descr="Livres sur une étagère avec un remplissage uni">
            <a:extLst>
              <a:ext uri="{FF2B5EF4-FFF2-40B4-BE49-F238E27FC236}">
                <a16:creationId xmlns:a16="http://schemas.microsoft.com/office/drawing/2014/main" id="{0C8BDA3E-0CB1-E0A7-9616-7DDF083AC44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60314" y="4311445"/>
            <a:ext cx="914400" cy="914400"/>
          </a:xfrm>
          <a:prstGeom prst="rect">
            <a:avLst/>
          </a:prstGeom>
        </p:spPr>
      </p:pic>
      <p:pic>
        <p:nvPicPr>
          <p:cNvPr id="5" name="Graphique 4" descr="Informatique hébergé avec un remplissage uni">
            <a:extLst>
              <a:ext uri="{FF2B5EF4-FFF2-40B4-BE49-F238E27FC236}">
                <a16:creationId xmlns:a16="http://schemas.microsoft.com/office/drawing/2014/main" id="{F44D3F47-402C-7E0B-644F-52629D9F397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61678" y="3429000"/>
            <a:ext cx="914400" cy="914400"/>
          </a:xfrm>
          <a:prstGeom prst="rect">
            <a:avLst/>
          </a:prstGeom>
        </p:spPr>
      </p:pic>
      <p:pic>
        <p:nvPicPr>
          <p:cNvPr id="7" name="Graphique 6" descr="Ordinateur avec un remplissage uni">
            <a:extLst>
              <a:ext uri="{FF2B5EF4-FFF2-40B4-BE49-F238E27FC236}">
                <a16:creationId xmlns:a16="http://schemas.microsoft.com/office/drawing/2014/main" id="{CD3FE890-4AA3-6465-4F43-1FAFF42DA60F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4958" y="1585496"/>
            <a:ext cx="914400" cy="914400"/>
          </a:xfrm>
          <a:prstGeom prst="rect">
            <a:avLst/>
          </a:prstGeom>
        </p:spPr>
      </p:pic>
      <p:pic>
        <p:nvPicPr>
          <p:cNvPr id="10" name="Graphique 9" descr="Enveloppe avec un remplissage uni">
            <a:extLst>
              <a:ext uri="{FF2B5EF4-FFF2-40B4-BE49-F238E27FC236}">
                <a16:creationId xmlns:a16="http://schemas.microsoft.com/office/drawing/2014/main" id="{AF639EC5-69E2-B491-0AE7-31C33AEAEF70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29358" y="2357688"/>
            <a:ext cx="914400" cy="914400"/>
          </a:xfrm>
          <a:prstGeom prst="rect">
            <a:avLst/>
          </a:prstGeom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52EA0A86-0579-A149-42A1-F1FCF4BAD089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 r="-134" b="5652"/>
          <a:stretch>
            <a:fillRect/>
          </a:stretch>
        </p:blipFill>
        <p:spPr>
          <a:xfrm>
            <a:off x="6967383" y="6858000"/>
            <a:ext cx="2630712" cy="5508208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B99D60FE-FE06-7600-5FA6-38C52E5E5F28}"/>
              </a:ext>
            </a:extLst>
          </p:cNvPr>
          <p:cNvSpPr txBox="1"/>
          <p:nvPr/>
        </p:nvSpPr>
        <p:spPr>
          <a:xfrm>
            <a:off x="3137491" y="7017170"/>
            <a:ext cx="2839239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4400" dirty="0">
                <a:latin typeface="Brush Script MT" panose="03060802040406070304" pitchFamily="66" charset="0"/>
              </a:rPr>
              <a:t>Déjà inscris ?</a:t>
            </a:r>
          </a:p>
          <a:p>
            <a:r>
              <a:rPr lang="fr-FR" sz="4400" dirty="0">
                <a:latin typeface="Brush Script MT" panose="03060802040406070304" pitchFamily="66" charset="0"/>
              </a:rPr>
              <a:t>Connecte-toi !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0D145F5D-81E5-30D9-9851-983778986B3E}"/>
              </a:ext>
            </a:extLst>
          </p:cNvPr>
          <p:cNvSpPr txBox="1"/>
          <p:nvPr/>
        </p:nvSpPr>
        <p:spPr>
          <a:xfrm>
            <a:off x="3516330" y="252424"/>
            <a:ext cx="337681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4400" dirty="0">
                <a:latin typeface="Pristina" panose="03060402040406080204" pitchFamily="66" charset="0"/>
              </a:rPr>
              <a:t>Upload d’images</a:t>
            </a:r>
          </a:p>
        </p:txBody>
      </p:sp>
      <p:pic>
        <p:nvPicPr>
          <p:cNvPr id="13" name="Image 12">
            <a:extLst>
              <a:ext uri="{FF2B5EF4-FFF2-40B4-BE49-F238E27FC236}">
                <a16:creationId xmlns:a16="http://schemas.microsoft.com/office/drawing/2014/main" id="{B9B1786F-B6C4-8DFF-E54F-87CFA6D4E5D2}"/>
              </a:ext>
            </a:extLst>
          </p:cNvPr>
          <p:cNvPicPr>
            <a:picLocks noChangeAspect="1"/>
          </p:cNvPicPr>
          <p:nvPr/>
        </p:nvPicPr>
        <p:blipFill>
          <a:blip r:embed="rId13"/>
          <a:srcRect r="796" b="5797"/>
          <a:stretch>
            <a:fillRect/>
          </a:stretch>
        </p:blipFill>
        <p:spPr>
          <a:xfrm>
            <a:off x="8952846" y="0"/>
            <a:ext cx="3256722" cy="68722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33075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1C5C26-B17F-2041-C387-6F60EB66E4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Image 11">
            <a:extLst>
              <a:ext uri="{FF2B5EF4-FFF2-40B4-BE49-F238E27FC236}">
                <a16:creationId xmlns:a16="http://schemas.microsoft.com/office/drawing/2014/main" id="{0E49A570-DB54-9671-52D4-8D67160B30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7442" y="1781896"/>
            <a:ext cx="5690480" cy="3331013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C2C2246E-1ED1-61FF-3797-38BA7040A7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69" y="7740445"/>
            <a:ext cx="12180831" cy="5093110"/>
          </a:xfrm>
          <a:prstGeom prst="rect">
            <a:avLst/>
          </a:prstGeom>
        </p:spPr>
      </p:pic>
      <p:sp>
        <p:nvSpPr>
          <p:cNvPr id="11" name="Forme libre : forme 10">
            <a:extLst>
              <a:ext uri="{FF2B5EF4-FFF2-40B4-BE49-F238E27FC236}">
                <a16:creationId xmlns:a16="http://schemas.microsoft.com/office/drawing/2014/main" id="{DE67FD2C-4AC4-BED4-CB68-E1D92153BC11}"/>
              </a:ext>
            </a:extLst>
          </p:cNvPr>
          <p:cNvSpPr/>
          <p:nvPr/>
        </p:nvSpPr>
        <p:spPr>
          <a:xfrm>
            <a:off x="0" y="685800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6619351" y="2948881"/>
                </a:moveTo>
                <a:cubicBezTo>
                  <a:pt x="6697486" y="2982367"/>
                  <a:pt x="6754785" y="3019946"/>
                  <a:pt x="6791248" y="3061618"/>
                </a:cubicBezTo>
                <a:cubicBezTo>
                  <a:pt x="6827711" y="3103290"/>
                  <a:pt x="6845942" y="3151659"/>
                  <a:pt x="6845942" y="3206726"/>
                </a:cubicBezTo>
                <a:cubicBezTo>
                  <a:pt x="6845942" y="3251374"/>
                  <a:pt x="6833850" y="3291186"/>
                  <a:pt x="6809665" y="3326160"/>
                </a:cubicBezTo>
                <a:cubicBezTo>
                  <a:pt x="6785481" y="3361135"/>
                  <a:pt x="6757761" y="3378622"/>
                  <a:pt x="6726507" y="3378622"/>
                </a:cubicBezTo>
                <a:cubicBezTo>
                  <a:pt x="6704183" y="3378622"/>
                  <a:pt x="6679627" y="3374715"/>
                  <a:pt x="6652838" y="3366902"/>
                </a:cubicBezTo>
                <a:cubicBezTo>
                  <a:pt x="6626048" y="3359088"/>
                  <a:pt x="6600376" y="3348484"/>
                  <a:pt x="6575819" y="3335090"/>
                </a:cubicBezTo>
                <a:close/>
                <a:moveTo>
                  <a:pt x="8774828" y="2877443"/>
                </a:moveTo>
                <a:lnTo>
                  <a:pt x="8929982" y="3322811"/>
                </a:lnTo>
                <a:lnTo>
                  <a:pt x="8624140" y="3426619"/>
                </a:lnTo>
                <a:close/>
                <a:moveTo>
                  <a:pt x="7020071" y="2569369"/>
                </a:moveTo>
                <a:cubicBezTo>
                  <a:pt x="6983608" y="2569369"/>
                  <a:pt x="6941936" y="2571043"/>
                  <a:pt x="6895055" y="2574392"/>
                </a:cubicBezTo>
                <a:cubicBezTo>
                  <a:pt x="6848174" y="2577741"/>
                  <a:pt x="6791992" y="2583508"/>
                  <a:pt x="6726507" y="2591693"/>
                </a:cubicBezTo>
                <a:lnTo>
                  <a:pt x="5869257" y="2689920"/>
                </a:lnTo>
                <a:lnTo>
                  <a:pt x="6221980" y="2842841"/>
                </a:lnTo>
                <a:lnTo>
                  <a:pt x="6059013" y="4063975"/>
                </a:lnTo>
                <a:lnTo>
                  <a:pt x="5901627" y="4175596"/>
                </a:lnTo>
                <a:lnTo>
                  <a:pt x="6845942" y="4281636"/>
                </a:lnTo>
                <a:lnTo>
                  <a:pt x="6594795" y="4059511"/>
                </a:lnTo>
                <a:lnTo>
                  <a:pt x="6562424" y="3662139"/>
                </a:lnTo>
                <a:cubicBezTo>
                  <a:pt x="6581772" y="3665860"/>
                  <a:pt x="6600562" y="3669395"/>
                  <a:pt x="6618793" y="3672743"/>
                </a:cubicBezTo>
                <a:cubicBezTo>
                  <a:pt x="6637025" y="3676092"/>
                  <a:pt x="6654698" y="3678511"/>
                  <a:pt x="6671813" y="3679999"/>
                </a:cubicBezTo>
                <a:lnTo>
                  <a:pt x="7094857" y="4194572"/>
                </a:lnTo>
                <a:lnTo>
                  <a:pt x="7005560" y="4363120"/>
                </a:lnTo>
                <a:lnTo>
                  <a:pt x="7753421" y="4111972"/>
                </a:lnTo>
                <a:lnTo>
                  <a:pt x="7116065" y="3677766"/>
                </a:lnTo>
                <a:cubicBezTo>
                  <a:pt x="7312518" y="3642048"/>
                  <a:pt x="7460602" y="3577121"/>
                  <a:pt x="7560317" y="3482988"/>
                </a:cubicBezTo>
                <a:cubicBezTo>
                  <a:pt x="7660032" y="3388854"/>
                  <a:pt x="7709889" y="3267001"/>
                  <a:pt x="7709889" y="3117429"/>
                </a:cubicBezTo>
                <a:cubicBezTo>
                  <a:pt x="7709889" y="2937346"/>
                  <a:pt x="7651474" y="2800983"/>
                  <a:pt x="7534644" y="2708337"/>
                </a:cubicBezTo>
                <a:cubicBezTo>
                  <a:pt x="7417814" y="2615692"/>
                  <a:pt x="7246289" y="2569369"/>
                  <a:pt x="7020071" y="2569369"/>
                </a:cubicBezTo>
                <a:close/>
                <a:moveTo>
                  <a:pt x="8074964" y="2548161"/>
                </a:moveTo>
                <a:lnTo>
                  <a:pt x="8269185" y="2674293"/>
                </a:lnTo>
                <a:lnTo>
                  <a:pt x="7926508" y="4007049"/>
                </a:lnTo>
                <a:lnTo>
                  <a:pt x="7668664" y="4199037"/>
                </a:lnTo>
                <a:lnTo>
                  <a:pt x="8726832" y="4123135"/>
                </a:lnTo>
                <a:lnTo>
                  <a:pt x="8569446" y="4000351"/>
                </a:lnTo>
                <a:lnTo>
                  <a:pt x="8674370" y="3712369"/>
                </a:lnTo>
                <a:lnTo>
                  <a:pt x="9036022" y="3684464"/>
                </a:lnTo>
                <a:lnTo>
                  <a:pt x="9106343" y="3931146"/>
                </a:lnTo>
                <a:lnTo>
                  <a:pt x="8857428" y="4264893"/>
                </a:lnTo>
                <a:lnTo>
                  <a:pt x="9830764" y="3963516"/>
                </a:lnTo>
                <a:lnTo>
                  <a:pt x="9618684" y="3899892"/>
                </a:lnTo>
                <a:lnTo>
                  <a:pt x="9081786" y="2701082"/>
                </a:lnTo>
                <a:lnTo>
                  <a:pt x="9387628" y="2591693"/>
                </a:lnTo>
                <a:close/>
                <a:moveTo>
                  <a:pt x="3932036" y="2539231"/>
                </a:moveTo>
                <a:lnTo>
                  <a:pt x="2235396" y="2698849"/>
                </a:lnTo>
                <a:lnTo>
                  <a:pt x="2624953" y="2884140"/>
                </a:lnTo>
                <a:lnTo>
                  <a:pt x="2487660" y="4002584"/>
                </a:lnTo>
                <a:lnTo>
                  <a:pt x="2235396" y="4168899"/>
                </a:lnTo>
                <a:lnTo>
                  <a:pt x="3563686" y="4262661"/>
                </a:lnTo>
                <a:lnTo>
                  <a:pt x="3338212" y="4114205"/>
                </a:lnTo>
                <a:lnTo>
                  <a:pt x="3212081" y="3620840"/>
                </a:lnTo>
                <a:lnTo>
                  <a:pt x="3611684" y="3643164"/>
                </a:lnTo>
                <a:lnTo>
                  <a:pt x="3849437" y="3972446"/>
                </a:lnTo>
                <a:lnTo>
                  <a:pt x="3637357" y="3037061"/>
                </a:lnTo>
                <a:lnTo>
                  <a:pt x="3517922" y="3204493"/>
                </a:lnTo>
                <a:lnTo>
                  <a:pt x="3234404" y="3326160"/>
                </a:lnTo>
                <a:lnTo>
                  <a:pt x="3155153" y="2960043"/>
                </a:lnTo>
                <a:lnTo>
                  <a:pt x="3818183" y="2914278"/>
                </a:lnTo>
                <a:lnTo>
                  <a:pt x="4073795" y="3350717"/>
                </a:lnTo>
                <a:lnTo>
                  <a:pt x="3956165" y="2677353"/>
                </a:lnTo>
                <a:lnTo>
                  <a:pt x="4225079" y="2781449"/>
                </a:lnTo>
                <a:lnTo>
                  <a:pt x="4396976" y="4007049"/>
                </a:lnTo>
                <a:lnTo>
                  <a:pt x="3913656" y="4175596"/>
                </a:lnTo>
                <a:lnTo>
                  <a:pt x="5752055" y="4255964"/>
                </a:lnTo>
                <a:lnTo>
                  <a:pt x="5852514" y="3518148"/>
                </a:lnTo>
                <a:lnTo>
                  <a:pt x="5555602" y="3922217"/>
                </a:lnTo>
                <a:lnTo>
                  <a:pt x="4914897" y="3841849"/>
                </a:lnTo>
                <a:lnTo>
                  <a:pt x="5049959" y="3479081"/>
                </a:lnTo>
                <a:lnTo>
                  <a:pt x="5390403" y="3524846"/>
                </a:lnTo>
                <a:lnTo>
                  <a:pt x="5512070" y="3716834"/>
                </a:lnTo>
                <a:lnTo>
                  <a:pt x="5468538" y="2944416"/>
                </a:lnTo>
                <a:lnTo>
                  <a:pt x="5354684" y="3119661"/>
                </a:lnTo>
                <a:lnTo>
                  <a:pt x="4970708" y="3208958"/>
                </a:lnTo>
                <a:lnTo>
                  <a:pt x="5052192" y="2868514"/>
                </a:lnTo>
                <a:lnTo>
                  <a:pt x="5590205" y="2866281"/>
                </a:lnTo>
                <a:lnTo>
                  <a:pt x="5772147" y="3053805"/>
                </a:lnTo>
                <a:lnTo>
                  <a:pt x="5662758" y="2541464"/>
                </a:lnTo>
                <a:lnTo>
                  <a:pt x="3952823" y="2658224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fr-FR" dirty="0"/>
          </a:p>
        </p:txBody>
      </p:sp>
      <p:sp>
        <p:nvSpPr>
          <p:cNvPr id="14" name="Cercle : creux 13">
            <a:extLst>
              <a:ext uri="{FF2B5EF4-FFF2-40B4-BE49-F238E27FC236}">
                <a16:creationId xmlns:a16="http://schemas.microsoft.com/office/drawing/2014/main" id="{005A4E51-5EBE-DDA8-BAC4-FF8511597396}"/>
              </a:ext>
            </a:extLst>
          </p:cNvPr>
          <p:cNvSpPr/>
          <p:nvPr/>
        </p:nvSpPr>
        <p:spPr>
          <a:xfrm>
            <a:off x="-1996633" y="1467091"/>
            <a:ext cx="3993265" cy="3923818"/>
          </a:xfrm>
          <a:prstGeom prst="donut">
            <a:avLst/>
          </a:prstGeom>
          <a:gradFill flip="none" rotWithShape="1">
            <a:gsLst>
              <a:gs pos="0">
                <a:srgbClr val="7030A0">
                  <a:shade val="30000"/>
                  <a:satMod val="115000"/>
                </a:srgbClr>
              </a:gs>
              <a:gs pos="50000">
                <a:srgbClr val="7030A0">
                  <a:shade val="67500"/>
                  <a:satMod val="115000"/>
                </a:srgbClr>
              </a:gs>
              <a:gs pos="100000">
                <a:srgbClr val="7030A0">
                  <a:shade val="100000"/>
                  <a:satMod val="115000"/>
                </a:srgb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16" name="Arc plein 15">
            <a:extLst>
              <a:ext uri="{FF2B5EF4-FFF2-40B4-BE49-F238E27FC236}">
                <a16:creationId xmlns:a16="http://schemas.microsoft.com/office/drawing/2014/main" id="{381A06CE-B893-E771-19AC-A0E61865A77A}"/>
              </a:ext>
            </a:extLst>
          </p:cNvPr>
          <p:cNvSpPr/>
          <p:nvPr/>
        </p:nvSpPr>
        <p:spPr>
          <a:xfrm rot="2480724">
            <a:off x="-1996633" y="1467091"/>
            <a:ext cx="3993265" cy="3923818"/>
          </a:xfrm>
          <a:prstGeom prst="blockArc">
            <a:avLst>
              <a:gd name="adj1" fmla="val 18889740"/>
              <a:gd name="adj2" fmla="val 0"/>
              <a:gd name="adj3" fmla="val 25000"/>
            </a:avLst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pic>
        <p:nvPicPr>
          <p:cNvPr id="3" name="Graphique 2" descr="Livres sur une étagère avec un remplissage uni">
            <a:extLst>
              <a:ext uri="{FF2B5EF4-FFF2-40B4-BE49-F238E27FC236}">
                <a16:creationId xmlns:a16="http://schemas.microsoft.com/office/drawing/2014/main" id="{605394BE-98E8-BE89-EF6E-199B47F096E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60314" y="4311445"/>
            <a:ext cx="914400" cy="914400"/>
          </a:xfrm>
          <a:prstGeom prst="rect">
            <a:avLst/>
          </a:prstGeom>
        </p:spPr>
      </p:pic>
      <p:pic>
        <p:nvPicPr>
          <p:cNvPr id="5" name="Graphique 4" descr="Informatique hébergé avec un remplissage uni">
            <a:extLst>
              <a:ext uri="{FF2B5EF4-FFF2-40B4-BE49-F238E27FC236}">
                <a16:creationId xmlns:a16="http://schemas.microsoft.com/office/drawing/2014/main" id="{F8047DA9-79B9-1127-CC98-DB1AB125573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61678" y="3429000"/>
            <a:ext cx="914400" cy="914400"/>
          </a:xfrm>
          <a:prstGeom prst="rect">
            <a:avLst/>
          </a:prstGeom>
        </p:spPr>
      </p:pic>
      <p:pic>
        <p:nvPicPr>
          <p:cNvPr id="7" name="Graphique 6" descr="Ordinateur avec un remplissage uni">
            <a:extLst>
              <a:ext uri="{FF2B5EF4-FFF2-40B4-BE49-F238E27FC236}">
                <a16:creationId xmlns:a16="http://schemas.microsoft.com/office/drawing/2014/main" id="{3B8D25A4-8675-993C-899E-2DC07D5875B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4958" y="1585496"/>
            <a:ext cx="914400" cy="914400"/>
          </a:xfrm>
          <a:prstGeom prst="rect">
            <a:avLst/>
          </a:prstGeom>
        </p:spPr>
      </p:pic>
      <p:pic>
        <p:nvPicPr>
          <p:cNvPr id="10" name="Graphique 9" descr="Enveloppe avec un remplissage uni">
            <a:extLst>
              <a:ext uri="{FF2B5EF4-FFF2-40B4-BE49-F238E27FC236}">
                <a16:creationId xmlns:a16="http://schemas.microsoft.com/office/drawing/2014/main" id="{84D92A6D-6A0D-1EBE-3C01-756C6395AEFE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29358" y="2357688"/>
            <a:ext cx="914400" cy="914400"/>
          </a:xfrm>
          <a:prstGeom prst="rect">
            <a:avLst/>
          </a:prstGeom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AC9995FC-6235-C8EF-BD77-52F8942972F0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 r="-134" b="5652"/>
          <a:stretch>
            <a:fillRect/>
          </a:stretch>
        </p:blipFill>
        <p:spPr>
          <a:xfrm>
            <a:off x="6967383" y="6858000"/>
            <a:ext cx="2630712" cy="5508208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79D2ADE8-8E6D-F4FC-7167-26E6097692D5}"/>
              </a:ext>
            </a:extLst>
          </p:cNvPr>
          <p:cNvSpPr txBox="1"/>
          <p:nvPr/>
        </p:nvSpPr>
        <p:spPr>
          <a:xfrm>
            <a:off x="3137491" y="7017170"/>
            <a:ext cx="2839239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4400" dirty="0">
                <a:latin typeface="Brush Script MT" panose="03060802040406070304" pitchFamily="66" charset="0"/>
              </a:rPr>
              <a:t>Déjà inscris ?</a:t>
            </a:r>
          </a:p>
          <a:p>
            <a:r>
              <a:rPr lang="fr-FR" sz="4400" dirty="0">
                <a:latin typeface="Brush Script MT" panose="03060802040406070304" pitchFamily="66" charset="0"/>
              </a:rPr>
              <a:t>Connecte-toi !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E794B84D-D503-87FF-9C23-320248CEA114}"/>
              </a:ext>
            </a:extLst>
          </p:cNvPr>
          <p:cNvSpPr txBox="1"/>
          <p:nvPr/>
        </p:nvSpPr>
        <p:spPr>
          <a:xfrm>
            <a:off x="7909685" y="252424"/>
            <a:ext cx="337681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4400" dirty="0">
                <a:latin typeface="Pristina" panose="03060402040406080204" pitchFamily="66" charset="0"/>
              </a:rPr>
              <a:t>Upload d’images</a:t>
            </a:r>
          </a:p>
        </p:txBody>
      </p:sp>
      <p:pic>
        <p:nvPicPr>
          <p:cNvPr id="13" name="Image 12">
            <a:extLst>
              <a:ext uri="{FF2B5EF4-FFF2-40B4-BE49-F238E27FC236}">
                <a16:creationId xmlns:a16="http://schemas.microsoft.com/office/drawing/2014/main" id="{DDE71F79-C411-0A8A-F219-87EAD81CC43E}"/>
              </a:ext>
            </a:extLst>
          </p:cNvPr>
          <p:cNvPicPr>
            <a:picLocks noChangeAspect="1"/>
          </p:cNvPicPr>
          <p:nvPr/>
        </p:nvPicPr>
        <p:blipFill>
          <a:blip r:embed="rId13"/>
          <a:srcRect r="796" b="5797"/>
          <a:stretch>
            <a:fillRect/>
          </a:stretch>
        </p:blipFill>
        <p:spPr>
          <a:xfrm>
            <a:off x="4153579" y="-14295"/>
            <a:ext cx="3256722" cy="68722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306906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C51E34-DE3C-F483-E9FF-E637951B6E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7">
            <a:extLst>
              <a:ext uri="{FF2B5EF4-FFF2-40B4-BE49-F238E27FC236}">
                <a16:creationId xmlns:a16="http://schemas.microsoft.com/office/drawing/2014/main" id="{3DE695E4-1A26-6050-8439-9175316F34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69" y="7740445"/>
            <a:ext cx="12180831" cy="5093110"/>
          </a:xfrm>
          <a:prstGeom prst="rect">
            <a:avLst/>
          </a:prstGeom>
        </p:spPr>
      </p:pic>
      <p:sp>
        <p:nvSpPr>
          <p:cNvPr id="11" name="Forme libre : forme 10">
            <a:extLst>
              <a:ext uri="{FF2B5EF4-FFF2-40B4-BE49-F238E27FC236}">
                <a16:creationId xmlns:a16="http://schemas.microsoft.com/office/drawing/2014/main" id="{64DB2A0F-F384-0E6A-6EC7-EA158F059620}"/>
              </a:ext>
            </a:extLst>
          </p:cNvPr>
          <p:cNvSpPr/>
          <p:nvPr/>
        </p:nvSpPr>
        <p:spPr>
          <a:xfrm>
            <a:off x="0" y="685800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6619351" y="2948881"/>
                </a:moveTo>
                <a:cubicBezTo>
                  <a:pt x="6697486" y="2982367"/>
                  <a:pt x="6754785" y="3019946"/>
                  <a:pt x="6791248" y="3061618"/>
                </a:cubicBezTo>
                <a:cubicBezTo>
                  <a:pt x="6827711" y="3103290"/>
                  <a:pt x="6845942" y="3151659"/>
                  <a:pt x="6845942" y="3206726"/>
                </a:cubicBezTo>
                <a:cubicBezTo>
                  <a:pt x="6845942" y="3251374"/>
                  <a:pt x="6833850" y="3291186"/>
                  <a:pt x="6809665" y="3326160"/>
                </a:cubicBezTo>
                <a:cubicBezTo>
                  <a:pt x="6785481" y="3361135"/>
                  <a:pt x="6757761" y="3378622"/>
                  <a:pt x="6726507" y="3378622"/>
                </a:cubicBezTo>
                <a:cubicBezTo>
                  <a:pt x="6704183" y="3378622"/>
                  <a:pt x="6679627" y="3374715"/>
                  <a:pt x="6652838" y="3366902"/>
                </a:cubicBezTo>
                <a:cubicBezTo>
                  <a:pt x="6626048" y="3359088"/>
                  <a:pt x="6600376" y="3348484"/>
                  <a:pt x="6575819" y="3335090"/>
                </a:cubicBezTo>
                <a:close/>
                <a:moveTo>
                  <a:pt x="8774828" y="2877443"/>
                </a:moveTo>
                <a:lnTo>
                  <a:pt x="8929982" y="3322811"/>
                </a:lnTo>
                <a:lnTo>
                  <a:pt x="8624140" y="3426619"/>
                </a:lnTo>
                <a:close/>
                <a:moveTo>
                  <a:pt x="7020071" y="2569369"/>
                </a:moveTo>
                <a:cubicBezTo>
                  <a:pt x="6983608" y="2569369"/>
                  <a:pt x="6941936" y="2571043"/>
                  <a:pt x="6895055" y="2574392"/>
                </a:cubicBezTo>
                <a:cubicBezTo>
                  <a:pt x="6848174" y="2577741"/>
                  <a:pt x="6791992" y="2583508"/>
                  <a:pt x="6726507" y="2591693"/>
                </a:cubicBezTo>
                <a:lnTo>
                  <a:pt x="5869257" y="2689920"/>
                </a:lnTo>
                <a:lnTo>
                  <a:pt x="6221980" y="2842841"/>
                </a:lnTo>
                <a:lnTo>
                  <a:pt x="6059013" y="4063975"/>
                </a:lnTo>
                <a:lnTo>
                  <a:pt x="5901627" y="4175596"/>
                </a:lnTo>
                <a:lnTo>
                  <a:pt x="6845942" y="4281636"/>
                </a:lnTo>
                <a:lnTo>
                  <a:pt x="6594795" y="4059511"/>
                </a:lnTo>
                <a:lnTo>
                  <a:pt x="6562424" y="3662139"/>
                </a:lnTo>
                <a:cubicBezTo>
                  <a:pt x="6581772" y="3665860"/>
                  <a:pt x="6600562" y="3669395"/>
                  <a:pt x="6618793" y="3672743"/>
                </a:cubicBezTo>
                <a:cubicBezTo>
                  <a:pt x="6637025" y="3676092"/>
                  <a:pt x="6654698" y="3678511"/>
                  <a:pt x="6671813" y="3679999"/>
                </a:cubicBezTo>
                <a:lnTo>
                  <a:pt x="7094857" y="4194572"/>
                </a:lnTo>
                <a:lnTo>
                  <a:pt x="7005560" y="4363120"/>
                </a:lnTo>
                <a:lnTo>
                  <a:pt x="7753421" y="4111972"/>
                </a:lnTo>
                <a:lnTo>
                  <a:pt x="7116065" y="3677766"/>
                </a:lnTo>
                <a:cubicBezTo>
                  <a:pt x="7312518" y="3642048"/>
                  <a:pt x="7460602" y="3577121"/>
                  <a:pt x="7560317" y="3482988"/>
                </a:cubicBezTo>
                <a:cubicBezTo>
                  <a:pt x="7660032" y="3388854"/>
                  <a:pt x="7709889" y="3267001"/>
                  <a:pt x="7709889" y="3117429"/>
                </a:cubicBezTo>
                <a:cubicBezTo>
                  <a:pt x="7709889" y="2937346"/>
                  <a:pt x="7651474" y="2800983"/>
                  <a:pt x="7534644" y="2708337"/>
                </a:cubicBezTo>
                <a:cubicBezTo>
                  <a:pt x="7417814" y="2615692"/>
                  <a:pt x="7246289" y="2569369"/>
                  <a:pt x="7020071" y="2569369"/>
                </a:cubicBezTo>
                <a:close/>
                <a:moveTo>
                  <a:pt x="8074964" y="2548161"/>
                </a:moveTo>
                <a:lnTo>
                  <a:pt x="8269185" y="2674293"/>
                </a:lnTo>
                <a:lnTo>
                  <a:pt x="7926508" y="4007049"/>
                </a:lnTo>
                <a:lnTo>
                  <a:pt x="7668664" y="4199037"/>
                </a:lnTo>
                <a:lnTo>
                  <a:pt x="8726832" y="4123135"/>
                </a:lnTo>
                <a:lnTo>
                  <a:pt x="8569446" y="4000351"/>
                </a:lnTo>
                <a:lnTo>
                  <a:pt x="8674370" y="3712369"/>
                </a:lnTo>
                <a:lnTo>
                  <a:pt x="9036022" y="3684464"/>
                </a:lnTo>
                <a:lnTo>
                  <a:pt x="9106343" y="3931146"/>
                </a:lnTo>
                <a:lnTo>
                  <a:pt x="8857428" y="4264893"/>
                </a:lnTo>
                <a:lnTo>
                  <a:pt x="9830764" y="3963516"/>
                </a:lnTo>
                <a:lnTo>
                  <a:pt x="9618684" y="3899892"/>
                </a:lnTo>
                <a:lnTo>
                  <a:pt x="9081786" y="2701082"/>
                </a:lnTo>
                <a:lnTo>
                  <a:pt x="9387628" y="2591693"/>
                </a:lnTo>
                <a:close/>
                <a:moveTo>
                  <a:pt x="3932036" y="2539231"/>
                </a:moveTo>
                <a:lnTo>
                  <a:pt x="2235396" y="2698849"/>
                </a:lnTo>
                <a:lnTo>
                  <a:pt x="2624953" y="2884140"/>
                </a:lnTo>
                <a:lnTo>
                  <a:pt x="2487660" y="4002584"/>
                </a:lnTo>
                <a:lnTo>
                  <a:pt x="2235396" y="4168899"/>
                </a:lnTo>
                <a:lnTo>
                  <a:pt x="3563686" y="4262661"/>
                </a:lnTo>
                <a:lnTo>
                  <a:pt x="3338212" y="4114205"/>
                </a:lnTo>
                <a:lnTo>
                  <a:pt x="3212081" y="3620840"/>
                </a:lnTo>
                <a:lnTo>
                  <a:pt x="3611684" y="3643164"/>
                </a:lnTo>
                <a:lnTo>
                  <a:pt x="3849437" y="3972446"/>
                </a:lnTo>
                <a:lnTo>
                  <a:pt x="3637357" y="3037061"/>
                </a:lnTo>
                <a:lnTo>
                  <a:pt x="3517922" y="3204493"/>
                </a:lnTo>
                <a:lnTo>
                  <a:pt x="3234404" y="3326160"/>
                </a:lnTo>
                <a:lnTo>
                  <a:pt x="3155153" y="2960043"/>
                </a:lnTo>
                <a:lnTo>
                  <a:pt x="3818183" y="2914278"/>
                </a:lnTo>
                <a:lnTo>
                  <a:pt x="4073795" y="3350717"/>
                </a:lnTo>
                <a:lnTo>
                  <a:pt x="3956165" y="2677353"/>
                </a:lnTo>
                <a:lnTo>
                  <a:pt x="4225079" y="2781449"/>
                </a:lnTo>
                <a:lnTo>
                  <a:pt x="4396976" y="4007049"/>
                </a:lnTo>
                <a:lnTo>
                  <a:pt x="3913656" y="4175596"/>
                </a:lnTo>
                <a:lnTo>
                  <a:pt x="5752055" y="4255964"/>
                </a:lnTo>
                <a:lnTo>
                  <a:pt x="5852514" y="3518148"/>
                </a:lnTo>
                <a:lnTo>
                  <a:pt x="5555602" y="3922217"/>
                </a:lnTo>
                <a:lnTo>
                  <a:pt x="4914897" y="3841849"/>
                </a:lnTo>
                <a:lnTo>
                  <a:pt x="5049959" y="3479081"/>
                </a:lnTo>
                <a:lnTo>
                  <a:pt x="5390403" y="3524846"/>
                </a:lnTo>
                <a:lnTo>
                  <a:pt x="5512070" y="3716834"/>
                </a:lnTo>
                <a:lnTo>
                  <a:pt x="5468538" y="2944416"/>
                </a:lnTo>
                <a:lnTo>
                  <a:pt x="5354684" y="3119661"/>
                </a:lnTo>
                <a:lnTo>
                  <a:pt x="4970708" y="3208958"/>
                </a:lnTo>
                <a:lnTo>
                  <a:pt x="5052192" y="2868514"/>
                </a:lnTo>
                <a:lnTo>
                  <a:pt x="5590205" y="2866281"/>
                </a:lnTo>
                <a:lnTo>
                  <a:pt x="5772147" y="3053805"/>
                </a:lnTo>
                <a:lnTo>
                  <a:pt x="5662758" y="2541464"/>
                </a:lnTo>
                <a:lnTo>
                  <a:pt x="3952823" y="2658224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fr-FR" dirty="0"/>
          </a:p>
        </p:txBody>
      </p:sp>
      <p:sp>
        <p:nvSpPr>
          <p:cNvPr id="14" name="Cercle : creux 13">
            <a:extLst>
              <a:ext uri="{FF2B5EF4-FFF2-40B4-BE49-F238E27FC236}">
                <a16:creationId xmlns:a16="http://schemas.microsoft.com/office/drawing/2014/main" id="{3E5E7225-BB7F-4D09-9019-972F62B98218}"/>
              </a:ext>
            </a:extLst>
          </p:cNvPr>
          <p:cNvSpPr/>
          <p:nvPr/>
        </p:nvSpPr>
        <p:spPr>
          <a:xfrm>
            <a:off x="-1996633" y="1467091"/>
            <a:ext cx="3993265" cy="3923818"/>
          </a:xfrm>
          <a:prstGeom prst="donut">
            <a:avLst/>
          </a:prstGeom>
          <a:gradFill flip="none" rotWithShape="1">
            <a:gsLst>
              <a:gs pos="0">
                <a:srgbClr val="7030A0">
                  <a:shade val="30000"/>
                  <a:satMod val="115000"/>
                </a:srgbClr>
              </a:gs>
              <a:gs pos="50000">
                <a:srgbClr val="7030A0">
                  <a:shade val="67500"/>
                  <a:satMod val="115000"/>
                </a:srgbClr>
              </a:gs>
              <a:gs pos="100000">
                <a:srgbClr val="7030A0">
                  <a:shade val="100000"/>
                  <a:satMod val="115000"/>
                </a:srgb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16" name="Arc plein 15">
            <a:extLst>
              <a:ext uri="{FF2B5EF4-FFF2-40B4-BE49-F238E27FC236}">
                <a16:creationId xmlns:a16="http://schemas.microsoft.com/office/drawing/2014/main" id="{911052A9-93D3-422F-1AAA-9DEB21CC0C24}"/>
              </a:ext>
            </a:extLst>
          </p:cNvPr>
          <p:cNvSpPr/>
          <p:nvPr/>
        </p:nvSpPr>
        <p:spPr>
          <a:xfrm rot="2480724">
            <a:off x="-1996633" y="1467091"/>
            <a:ext cx="3993265" cy="3923818"/>
          </a:xfrm>
          <a:prstGeom prst="blockArc">
            <a:avLst>
              <a:gd name="adj1" fmla="val 18889740"/>
              <a:gd name="adj2" fmla="val 0"/>
              <a:gd name="adj3" fmla="val 25000"/>
            </a:avLst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pic>
        <p:nvPicPr>
          <p:cNvPr id="3" name="Graphique 2" descr="Livres sur une étagère avec un remplissage uni">
            <a:extLst>
              <a:ext uri="{FF2B5EF4-FFF2-40B4-BE49-F238E27FC236}">
                <a16:creationId xmlns:a16="http://schemas.microsoft.com/office/drawing/2014/main" id="{978E05DE-6FFD-11D4-1DFC-18D9E128285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60314" y="4311445"/>
            <a:ext cx="914400" cy="914400"/>
          </a:xfrm>
          <a:prstGeom prst="rect">
            <a:avLst/>
          </a:prstGeom>
        </p:spPr>
      </p:pic>
      <p:pic>
        <p:nvPicPr>
          <p:cNvPr id="5" name="Graphique 4" descr="Informatique hébergé avec un remplissage uni">
            <a:extLst>
              <a:ext uri="{FF2B5EF4-FFF2-40B4-BE49-F238E27FC236}">
                <a16:creationId xmlns:a16="http://schemas.microsoft.com/office/drawing/2014/main" id="{235B9F73-5204-1E47-1780-6CC8466357A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61678" y="3429000"/>
            <a:ext cx="914400" cy="914400"/>
          </a:xfrm>
          <a:prstGeom prst="rect">
            <a:avLst/>
          </a:prstGeom>
        </p:spPr>
      </p:pic>
      <p:pic>
        <p:nvPicPr>
          <p:cNvPr id="7" name="Graphique 6" descr="Ordinateur avec un remplissage uni">
            <a:extLst>
              <a:ext uri="{FF2B5EF4-FFF2-40B4-BE49-F238E27FC236}">
                <a16:creationId xmlns:a16="http://schemas.microsoft.com/office/drawing/2014/main" id="{38592DBE-6E81-7D5B-37AF-8E465D337DE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958" y="1585496"/>
            <a:ext cx="914400" cy="914400"/>
          </a:xfrm>
          <a:prstGeom prst="rect">
            <a:avLst/>
          </a:prstGeom>
        </p:spPr>
      </p:pic>
      <p:pic>
        <p:nvPicPr>
          <p:cNvPr id="10" name="Graphique 9" descr="Enveloppe avec un remplissage uni">
            <a:extLst>
              <a:ext uri="{FF2B5EF4-FFF2-40B4-BE49-F238E27FC236}">
                <a16:creationId xmlns:a16="http://schemas.microsoft.com/office/drawing/2014/main" id="{511AEA56-2C48-0462-5105-3BE3D100F290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29358" y="2357688"/>
            <a:ext cx="914400" cy="914400"/>
          </a:xfrm>
          <a:prstGeom prst="rect">
            <a:avLst/>
          </a:prstGeom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FBCF2392-5268-3A84-603C-243EABB4417A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 r="-134" b="5652"/>
          <a:stretch>
            <a:fillRect/>
          </a:stretch>
        </p:blipFill>
        <p:spPr>
          <a:xfrm>
            <a:off x="6967383" y="6858000"/>
            <a:ext cx="2630712" cy="5508208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FDE9C09F-395B-78AB-0A27-1D8DCBFF4F80}"/>
              </a:ext>
            </a:extLst>
          </p:cNvPr>
          <p:cNvSpPr txBox="1"/>
          <p:nvPr/>
        </p:nvSpPr>
        <p:spPr>
          <a:xfrm>
            <a:off x="3137491" y="7017170"/>
            <a:ext cx="2839239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4400" dirty="0">
                <a:latin typeface="Brush Script MT" panose="03060802040406070304" pitchFamily="66" charset="0"/>
              </a:rPr>
              <a:t>Déjà inscris ?</a:t>
            </a:r>
          </a:p>
          <a:p>
            <a:r>
              <a:rPr lang="fr-FR" sz="4400" dirty="0">
                <a:latin typeface="Brush Script MT" panose="03060802040406070304" pitchFamily="66" charset="0"/>
              </a:rPr>
              <a:t>Connecte-toi !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14C6BA65-279C-219B-490F-AF0E9640BB9E}"/>
              </a:ext>
            </a:extLst>
          </p:cNvPr>
          <p:cNvSpPr txBox="1"/>
          <p:nvPr/>
        </p:nvSpPr>
        <p:spPr>
          <a:xfrm>
            <a:off x="7909685" y="252424"/>
            <a:ext cx="337681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4400" dirty="0">
                <a:latin typeface="Pristina" panose="03060402040406080204" pitchFamily="66" charset="0"/>
              </a:rPr>
              <a:t>Upload d’images</a:t>
            </a:r>
          </a:p>
        </p:txBody>
      </p:sp>
      <p:pic>
        <p:nvPicPr>
          <p:cNvPr id="15" name="Image 14">
            <a:extLst>
              <a:ext uri="{FF2B5EF4-FFF2-40B4-BE49-F238E27FC236}">
                <a16:creationId xmlns:a16="http://schemas.microsoft.com/office/drawing/2014/main" id="{C0F8BBD1-E517-43C0-D7D4-49F723709334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 r="-134" b="5652"/>
          <a:stretch>
            <a:fillRect/>
          </a:stretch>
        </p:blipFill>
        <p:spPr>
          <a:xfrm>
            <a:off x="4153578" y="0"/>
            <a:ext cx="3275371" cy="6858000"/>
          </a:xfrm>
          <a:prstGeom prst="rect">
            <a:avLst/>
          </a:prstGeom>
        </p:spPr>
      </p:pic>
      <p:sp>
        <p:nvSpPr>
          <p:cNvPr id="17" name="ZoneTexte 16">
            <a:extLst>
              <a:ext uri="{FF2B5EF4-FFF2-40B4-BE49-F238E27FC236}">
                <a16:creationId xmlns:a16="http://schemas.microsoft.com/office/drawing/2014/main" id="{25342B23-7F30-8A51-C2E1-A7E5F4E3CB53}"/>
              </a:ext>
            </a:extLst>
          </p:cNvPr>
          <p:cNvSpPr txBox="1"/>
          <p:nvPr/>
        </p:nvSpPr>
        <p:spPr>
          <a:xfrm>
            <a:off x="12192000" y="3322095"/>
            <a:ext cx="2318263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fr-FR" sz="4400" dirty="0">
                <a:latin typeface="Pristina" panose="03060402040406080204" pitchFamily="66" charset="0"/>
              </a:rPr>
              <a:t>Bouton de</a:t>
            </a:r>
          </a:p>
          <a:p>
            <a:r>
              <a:rPr lang="fr-FR" sz="4400" dirty="0">
                <a:latin typeface="Pristina" panose="03060402040406080204" pitchFamily="66" charset="0"/>
              </a:rPr>
              <a:t>déconnexion</a:t>
            </a:r>
          </a:p>
        </p:txBody>
      </p:sp>
    </p:spTree>
    <p:extLst>
      <p:ext uri="{BB962C8B-B14F-4D97-AF65-F5344CB8AC3E}">
        <p14:creationId xmlns:p14="http://schemas.microsoft.com/office/powerpoint/2010/main" val="107571777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0AF8D5-F310-8D5D-3F7B-8388287791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ercle : creux 13">
            <a:extLst>
              <a:ext uri="{FF2B5EF4-FFF2-40B4-BE49-F238E27FC236}">
                <a16:creationId xmlns:a16="http://schemas.microsoft.com/office/drawing/2014/main" id="{241066BB-270B-2772-A0D4-EBBA4B524487}"/>
              </a:ext>
            </a:extLst>
          </p:cNvPr>
          <p:cNvSpPr/>
          <p:nvPr/>
        </p:nvSpPr>
        <p:spPr>
          <a:xfrm>
            <a:off x="-1996633" y="1467091"/>
            <a:ext cx="3993265" cy="3923818"/>
          </a:xfrm>
          <a:prstGeom prst="donut">
            <a:avLst/>
          </a:prstGeom>
          <a:gradFill flip="none" rotWithShape="1">
            <a:gsLst>
              <a:gs pos="0">
                <a:srgbClr val="7030A0">
                  <a:shade val="30000"/>
                  <a:satMod val="115000"/>
                </a:srgbClr>
              </a:gs>
              <a:gs pos="50000">
                <a:srgbClr val="7030A0">
                  <a:shade val="67500"/>
                  <a:satMod val="115000"/>
                </a:srgbClr>
              </a:gs>
              <a:gs pos="100000">
                <a:srgbClr val="7030A0">
                  <a:shade val="100000"/>
                  <a:satMod val="115000"/>
                </a:srgb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16" name="Arc plein 15">
            <a:extLst>
              <a:ext uri="{FF2B5EF4-FFF2-40B4-BE49-F238E27FC236}">
                <a16:creationId xmlns:a16="http://schemas.microsoft.com/office/drawing/2014/main" id="{150D70D1-0090-6688-9A15-0A7F302D00E5}"/>
              </a:ext>
            </a:extLst>
          </p:cNvPr>
          <p:cNvSpPr/>
          <p:nvPr/>
        </p:nvSpPr>
        <p:spPr>
          <a:xfrm rot="2480724">
            <a:off x="-1996633" y="1467091"/>
            <a:ext cx="3993265" cy="3923818"/>
          </a:xfrm>
          <a:prstGeom prst="blockArc">
            <a:avLst>
              <a:gd name="adj1" fmla="val 18889740"/>
              <a:gd name="adj2" fmla="val 0"/>
              <a:gd name="adj3" fmla="val 25000"/>
            </a:avLst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pic>
        <p:nvPicPr>
          <p:cNvPr id="3" name="Graphique 2" descr="Livres sur une étagère avec un remplissage uni">
            <a:extLst>
              <a:ext uri="{FF2B5EF4-FFF2-40B4-BE49-F238E27FC236}">
                <a16:creationId xmlns:a16="http://schemas.microsoft.com/office/drawing/2014/main" id="{CE5ADAF7-EB6D-905E-0B61-A5F017064C5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60314" y="4311445"/>
            <a:ext cx="914400" cy="914400"/>
          </a:xfrm>
          <a:prstGeom prst="rect">
            <a:avLst/>
          </a:prstGeom>
        </p:spPr>
      </p:pic>
      <p:pic>
        <p:nvPicPr>
          <p:cNvPr id="5" name="Graphique 4" descr="Informatique hébergé avec un remplissage uni">
            <a:extLst>
              <a:ext uri="{FF2B5EF4-FFF2-40B4-BE49-F238E27FC236}">
                <a16:creationId xmlns:a16="http://schemas.microsoft.com/office/drawing/2014/main" id="{3FF6553C-6E9B-46A4-EAB8-B06AD7A1B7A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61678" y="3429000"/>
            <a:ext cx="914400" cy="914400"/>
          </a:xfrm>
          <a:prstGeom prst="rect">
            <a:avLst/>
          </a:prstGeom>
        </p:spPr>
      </p:pic>
      <p:pic>
        <p:nvPicPr>
          <p:cNvPr id="7" name="Graphique 6" descr="Ordinateur avec un remplissage uni">
            <a:extLst>
              <a:ext uri="{FF2B5EF4-FFF2-40B4-BE49-F238E27FC236}">
                <a16:creationId xmlns:a16="http://schemas.microsoft.com/office/drawing/2014/main" id="{1F83AD83-8E0C-A850-CBC9-B1BD16DDE28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4958" y="1585496"/>
            <a:ext cx="914400" cy="914400"/>
          </a:xfrm>
          <a:prstGeom prst="rect">
            <a:avLst/>
          </a:prstGeom>
        </p:spPr>
      </p:pic>
      <p:pic>
        <p:nvPicPr>
          <p:cNvPr id="10" name="Graphique 9" descr="Enveloppe avec un remplissage uni">
            <a:extLst>
              <a:ext uri="{FF2B5EF4-FFF2-40B4-BE49-F238E27FC236}">
                <a16:creationId xmlns:a16="http://schemas.microsoft.com/office/drawing/2014/main" id="{C88C253C-3232-4F61-3771-30B50CD5870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29358" y="2357688"/>
            <a:ext cx="914400" cy="914400"/>
          </a:xfrm>
          <a:prstGeom prst="rect">
            <a:avLst/>
          </a:prstGeom>
        </p:spPr>
      </p:pic>
      <p:sp>
        <p:nvSpPr>
          <p:cNvPr id="9" name="ZoneTexte 8">
            <a:extLst>
              <a:ext uri="{FF2B5EF4-FFF2-40B4-BE49-F238E27FC236}">
                <a16:creationId xmlns:a16="http://schemas.microsoft.com/office/drawing/2014/main" id="{374136AC-9DD4-325E-A4A9-69DFC3826F85}"/>
              </a:ext>
            </a:extLst>
          </p:cNvPr>
          <p:cNvSpPr txBox="1"/>
          <p:nvPr/>
        </p:nvSpPr>
        <p:spPr>
          <a:xfrm>
            <a:off x="7909685" y="252424"/>
            <a:ext cx="337681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4400" dirty="0">
                <a:latin typeface="Pristina" panose="03060402040406080204" pitchFamily="66" charset="0"/>
              </a:rPr>
              <a:t>Upload d’images</a:t>
            </a:r>
          </a:p>
        </p:txBody>
      </p:sp>
      <p:pic>
        <p:nvPicPr>
          <p:cNvPr id="15" name="Image 14">
            <a:extLst>
              <a:ext uri="{FF2B5EF4-FFF2-40B4-BE49-F238E27FC236}">
                <a16:creationId xmlns:a16="http://schemas.microsoft.com/office/drawing/2014/main" id="{DD1B69C1-69B1-219E-162A-48C7F447FB80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r="-134" b="5652"/>
          <a:stretch>
            <a:fillRect/>
          </a:stretch>
        </p:blipFill>
        <p:spPr>
          <a:xfrm>
            <a:off x="4153578" y="0"/>
            <a:ext cx="3275371" cy="6858000"/>
          </a:xfrm>
          <a:prstGeom prst="rect">
            <a:avLst/>
          </a:prstGeom>
        </p:spPr>
      </p:pic>
      <p:sp>
        <p:nvSpPr>
          <p:cNvPr id="17" name="ZoneTexte 16">
            <a:extLst>
              <a:ext uri="{FF2B5EF4-FFF2-40B4-BE49-F238E27FC236}">
                <a16:creationId xmlns:a16="http://schemas.microsoft.com/office/drawing/2014/main" id="{384CDDDC-F914-3317-B618-79A2980C4655}"/>
              </a:ext>
            </a:extLst>
          </p:cNvPr>
          <p:cNvSpPr txBox="1"/>
          <p:nvPr/>
        </p:nvSpPr>
        <p:spPr>
          <a:xfrm>
            <a:off x="9489440" y="3162925"/>
            <a:ext cx="2318263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fr-FR" sz="4400" dirty="0">
                <a:latin typeface="Pristina" panose="03060402040406080204" pitchFamily="66" charset="0"/>
              </a:rPr>
              <a:t>Bouton de</a:t>
            </a:r>
          </a:p>
          <a:p>
            <a:r>
              <a:rPr lang="fr-FR" sz="4400" dirty="0">
                <a:latin typeface="Pristina" panose="03060402040406080204" pitchFamily="66" charset="0"/>
              </a:rPr>
              <a:t>déconnexion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007C7AA9-4941-895D-24A6-89234A3596C6}"/>
              </a:ext>
            </a:extLst>
          </p:cNvPr>
          <p:cNvSpPr txBox="1"/>
          <p:nvPr/>
        </p:nvSpPr>
        <p:spPr>
          <a:xfrm>
            <a:off x="2943995" y="6858000"/>
            <a:ext cx="630401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4400" dirty="0">
                <a:latin typeface="Symbol" panose="05050102010706020507" pitchFamily="18" charset="2"/>
              </a:rPr>
              <a:t>Diagrammes utilisés</a:t>
            </a:r>
          </a:p>
        </p:txBody>
      </p:sp>
    </p:spTree>
    <p:extLst>
      <p:ext uri="{BB962C8B-B14F-4D97-AF65-F5344CB8AC3E}">
        <p14:creationId xmlns:p14="http://schemas.microsoft.com/office/powerpoint/2010/main" val="339743103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0D514C-8F4B-16B2-D014-8BF9A1F845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ercle : creux 13">
            <a:extLst>
              <a:ext uri="{FF2B5EF4-FFF2-40B4-BE49-F238E27FC236}">
                <a16:creationId xmlns:a16="http://schemas.microsoft.com/office/drawing/2014/main" id="{1C8E8E68-74E4-BB3E-458A-07D6544EA4D1}"/>
              </a:ext>
            </a:extLst>
          </p:cNvPr>
          <p:cNvSpPr/>
          <p:nvPr/>
        </p:nvSpPr>
        <p:spPr>
          <a:xfrm>
            <a:off x="-1996633" y="1467091"/>
            <a:ext cx="3993265" cy="3923818"/>
          </a:xfrm>
          <a:prstGeom prst="donut">
            <a:avLst/>
          </a:prstGeom>
          <a:gradFill flip="none" rotWithShape="1">
            <a:gsLst>
              <a:gs pos="0">
                <a:srgbClr val="7030A0">
                  <a:shade val="30000"/>
                  <a:satMod val="115000"/>
                </a:srgbClr>
              </a:gs>
              <a:gs pos="50000">
                <a:srgbClr val="7030A0">
                  <a:shade val="67500"/>
                  <a:satMod val="115000"/>
                </a:srgbClr>
              </a:gs>
              <a:gs pos="100000">
                <a:srgbClr val="7030A0">
                  <a:shade val="100000"/>
                  <a:satMod val="115000"/>
                </a:srgb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16" name="Arc plein 15">
            <a:extLst>
              <a:ext uri="{FF2B5EF4-FFF2-40B4-BE49-F238E27FC236}">
                <a16:creationId xmlns:a16="http://schemas.microsoft.com/office/drawing/2014/main" id="{D6D34B98-5454-3DA7-59AA-177A1C25B6A9}"/>
              </a:ext>
            </a:extLst>
          </p:cNvPr>
          <p:cNvSpPr/>
          <p:nvPr/>
        </p:nvSpPr>
        <p:spPr>
          <a:xfrm rot="5246405">
            <a:off x="-1996633" y="1467091"/>
            <a:ext cx="3993265" cy="3923818"/>
          </a:xfrm>
          <a:prstGeom prst="blockArc">
            <a:avLst>
              <a:gd name="adj1" fmla="val 18889740"/>
              <a:gd name="adj2" fmla="val 0"/>
              <a:gd name="adj3" fmla="val 25000"/>
            </a:avLst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pic>
        <p:nvPicPr>
          <p:cNvPr id="3" name="Graphique 2" descr="Livres sur une étagère avec un remplissage uni">
            <a:extLst>
              <a:ext uri="{FF2B5EF4-FFF2-40B4-BE49-F238E27FC236}">
                <a16:creationId xmlns:a16="http://schemas.microsoft.com/office/drawing/2014/main" id="{09CF293C-D1B2-BC03-EA5A-FC7FB756F85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60314" y="4311445"/>
            <a:ext cx="914400" cy="914400"/>
          </a:xfrm>
          <a:prstGeom prst="rect">
            <a:avLst/>
          </a:prstGeom>
        </p:spPr>
      </p:pic>
      <p:pic>
        <p:nvPicPr>
          <p:cNvPr id="5" name="Graphique 4" descr="Informatique hébergé avec un remplissage uni">
            <a:extLst>
              <a:ext uri="{FF2B5EF4-FFF2-40B4-BE49-F238E27FC236}">
                <a16:creationId xmlns:a16="http://schemas.microsoft.com/office/drawing/2014/main" id="{708D595E-1F7F-AB21-EB3C-283500DBD75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61678" y="3429000"/>
            <a:ext cx="914400" cy="914400"/>
          </a:xfrm>
          <a:prstGeom prst="rect">
            <a:avLst/>
          </a:prstGeom>
        </p:spPr>
      </p:pic>
      <p:pic>
        <p:nvPicPr>
          <p:cNvPr id="7" name="Graphique 6" descr="Ordinateur avec un remplissage uni">
            <a:extLst>
              <a:ext uri="{FF2B5EF4-FFF2-40B4-BE49-F238E27FC236}">
                <a16:creationId xmlns:a16="http://schemas.microsoft.com/office/drawing/2014/main" id="{0A3609E8-C25A-B3BC-E49E-320B9E9ADD3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958" y="1585496"/>
            <a:ext cx="914400" cy="914400"/>
          </a:xfrm>
          <a:prstGeom prst="rect">
            <a:avLst/>
          </a:prstGeom>
        </p:spPr>
      </p:pic>
      <p:pic>
        <p:nvPicPr>
          <p:cNvPr id="10" name="Graphique 9" descr="Enveloppe avec un remplissage uni">
            <a:extLst>
              <a:ext uri="{FF2B5EF4-FFF2-40B4-BE49-F238E27FC236}">
                <a16:creationId xmlns:a16="http://schemas.microsoft.com/office/drawing/2014/main" id="{7863BBBC-6980-CA84-D1D1-4CB2CE36556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29358" y="2357688"/>
            <a:ext cx="914400" cy="914400"/>
          </a:xfrm>
          <a:prstGeom prst="rect">
            <a:avLst/>
          </a:prstGeom>
        </p:spPr>
      </p:pic>
      <p:pic>
        <p:nvPicPr>
          <p:cNvPr id="6" name="Graphique 5" descr="Personne confuse avec un remplissage uni">
            <a:extLst>
              <a:ext uri="{FF2B5EF4-FFF2-40B4-BE49-F238E27FC236}">
                <a16:creationId xmlns:a16="http://schemas.microsoft.com/office/drawing/2014/main" id="{BABCDB57-B567-6F32-6D83-9AD6F91E118C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 rot="10800000">
            <a:off x="-1965768" y="2928395"/>
            <a:ext cx="914400" cy="914400"/>
          </a:xfrm>
          <a:prstGeom prst="rect">
            <a:avLst/>
          </a:prstGeom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BB656255-F944-1175-DB35-F29C5D13B56E}"/>
              </a:ext>
            </a:extLst>
          </p:cNvPr>
          <p:cNvPicPr>
            <a:picLocks noChangeAspect="1"/>
          </p:cNvPicPr>
          <p:nvPr/>
        </p:nvPicPr>
        <p:blipFill>
          <a:blip r:embed="rId13"/>
          <a:srcRect r="-134" b="5652"/>
          <a:stretch>
            <a:fillRect/>
          </a:stretch>
        </p:blipFill>
        <p:spPr>
          <a:xfrm>
            <a:off x="4458313" y="-6858000"/>
            <a:ext cx="3275371" cy="6858000"/>
          </a:xfrm>
          <a:prstGeom prst="rect">
            <a:avLst/>
          </a:prstGeom>
        </p:spPr>
      </p:pic>
      <p:sp>
        <p:nvSpPr>
          <p:cNvPr id="9" name="ZoneTexte 8">
            <a:extLst>
              <a:ext uri="{FF2B5EF4-FFF2-40B4-BE49-F238E27FC236}">
                <a16:creationId xmlns:a16="http://schemas.microsoft.com/office/drawing/2014/main" id="{57231DE9-DA74-C9E0-1ADF-C94F8443E4E4}"/>
              </a:ext>
            </a:extLst>
          </p:cNvPr>
          <p:cNvSpPr txBox="1"/>
          <p:nvPr/>
        </p:nvSpPr>
        <p:spPr>
          <a:xfrm>
            <a:off x="7733684" y="-6858000"/>
            <a:ext cx="337681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4400" dirty="0">
                <a:latin typeface="Pristina" panose="03060402040406080204" pitchFamily="66" charset="0"/>
              </a:rPr>
              <a:t>Upload d’images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564FD71D-C316-785E-DE26-C8EE09AEBC84}"/>
              </a:ext>
            </a:extLst>
          </p:cNvPr>
          <p:cNvSpPr txBox="1"/>
          <p:nvPr/>
        </p:nvSpPr>
        <p:spPr>
          <a:xfrm>
            <a:off x="9422093" y="-3267692"/>
            <a:ext cx="2318263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fr-FR" sz="4400" dirty="0">
                <a:latin typeface="Pristina" panose="03060402040406080204" pitchFamily="66" charset="0"/>
              </a:rPr>
              <a:t>Bouton de</a:t>
            </a:r>
          </a:p>
          <a:p>
            <a:r>
              <a:rPr lang="fr-FR" sz="4400" dirty="0">
                <a:latin typeface="Pristina" panose="03060402040406080204" pitchFamily="66" charset="0"/>
              </a:rPr>
              <a:t>déconnexion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FEAA388A-AB62-ABA9-60A6-0FDCD71AA7C8}"/>
              </a:ext>
            </a:extLst>
          </p:cNvPr>
          <p:cNvSpPr txBox="1"/>
          <p:nvPr/>
        </p:nvSpPr>
        <p:spPr>
          <a:xfrm>
            <a:off x="2943993" y="6027003"/>
            <a:ext cx="630401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4400" dirty="0">
                <a:latin typeface="Symbol" panose="05050102010706020507" pitchFamily="18" charset="2"/>
              </a:rPr>
              <a:t>Diagrammes utilisés</a:t>
            </a:r>
          </a:p>
        </p:txBody>
      </p:sp>
    </p:spTree>
    <p:extLst>
      <p:ext uri="{BB962C8B-B14F-4D97-AF65-F5344CB8AC3E}">
        <p14:creationId xmlns:p14="http://schemas.microsoft.com/office/powerpoint/2010/main" val="32403611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5EAB31-53F9-4B3F-29F0-126B2887F4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ercle : creux 13">
            <a:extLst>
              <a:ext uri="{FF2B5EF4-FFF2-40B4-BE49-F238E27FC236}">
                <a16:creationId xmlns:a16="http://schemas.microsoft.com/office/drawing/2014/main" id="{7AF66D5B-FCEF-BC3B-49D6-AFC9CFF88BD8}"/>
              </a:ext>
            </a:extLst>
          </p:cNvPr>
          <p:cNvSpPr/>
          <p:nvPr/>
        </p:nvSpPr>
        <p:spPr>
          <a:xfrm>
            <a:off x="-1996633" y="1467091"/>
            <a:ext cx="3993265" cy="3923818"/>
          </a:xfrm>
          <a:prstGeom prst="donut">
            <a:avLst/>
          </a:prstGeom>
          <a:gradFill flip="none" rotWithShape="1">
            <a:gsLst>
              <a:gs pos="0">
                <a:srgbClr val="7030A0">
                  <a:shade val="30000"/>
                  <a:satMod val="115000"/>
                </a:srgbClr>
              </a:gs>
              <a:gs pos="50000">
                <a:srgbClr val="7030A0">
                  <a:shade val="67500"/>
                  <a:satMod val="115000"/>
                </a:srgbClr>
              </a:gs>
              <a:gs pos="100000">
                <a:srgbClr val="7030A0">
                  <a:shade val="100000"/>
                  <a:satMod val="115000"/>
                </a:srgb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16" name="Arc plein 15">
            <a:extLst>
              <a:ext uri="{FF2B5EF4-FFF2-40B4-BE49-F238E27FC236}">
                <a16:creationId xmlns:a16="http://schemas.microsoft.com/office/drawing/2014/main" id="{7587E42A-83F6-C8D3-EC7A-ACA3D17EAC49}"/>
              </a:ext>
            </a:extLst>
          </p:cNvPr>
          <p:cNvSpPr/>
          <p:nvPr/>
        </p:nvSpPr>
        <p:spPr>
          <a:xfrm rot="5246405">
            <a:off x="-1996633" y="1467091"/>
            <a:ext cx="3993265" cy="3923818"/>
          </a:xfrm>
          <a:prstGeom prst="blockArc">
            <a:avLst>
              <a:gd name="adj1" fmla="val 18889740"/>
              <a:gd name="adj2" fmla="val 0"/>
              <a:gd name="adj3" fmla="val 25000"/>
            </a:avLst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pic>
        <p:nvPicPr>
          <p:cNvPr id="3" name="Graphique 2" descr="Livres sur une étagère avec un remplissage uni">
            <a:extLst>
              <a:ext uri="{FF2B5EF4-FFF2-40B4-BE49-F238E27FC236}">
                <a16:creationId xmlns:a16="http://schemas.microsoft.com/office/drawing/2014/main" id="{DADCA546-B1DA-1806-FA10-17AF94201D1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60314" y="4311445"/>
            <a:ext cx="914400" cy="914400"/>
          </a:xfrm>
          <a:prstGeom prst="rect">
            <a:avLst/>
          </a:prstGeom>
        </p:spPr>
      </p:pic>
      <p:pic>
        <p:nvPicPr>
          <p:cNvPr id="5" name="Graphique 4" descr="Informatique hébergé avec un remplissage uni">
            <a:extLst>
              <a:ext uri="{FF2B5EF4-FFF2-40B4-BE49-F238E27FC236}">
                <a16:creationId xmlns:a16="http://schemas.microsoft.com/office/drawing/2014/main" id="{1C923F2E-28D4-18BC-FA57-66EA9B64413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61678" y="3429000"/>
            <a:ext cx="914400" cy="914400"/>
          </a:xfrm>
          <a:prstGeom prst="rect">
            <a:avLst/>
          </a:prstGeom>
        </p:spPr>
      </p:pic>
      <p:pic>
        <p:nvPicPr>
          <p:cNvPr id="7" name="Graphique 6" descr="Ordinateur avec un remplissage uni">
            <a:extLst>
              <a:ext uri="{FF2B5EF4-FFF2-40B4-BE49-F238E27FC236}">
                <a16:creationId xmlns:a16="http://schemas.microsoft.com/office/drawing/2014/main" id="{829FBDA9-FF0A-A7C0-E137-B1E4663E3E2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958" y="1585496"/>
            <a:ext cx="914400" cy="914400"/>
          </a:xfrm>
          <a:prstGeom prst="rect">
            <a:avLst/>
          </a:prstGeom>
        </p:spPr>
      </p:pic>
      <p:pic>
        <p:nvPicPr>
          <p:cNvPr id="10" name="Graphique 9" descr="Enveloppe avec un remplissage uni">
            <a:extLst>
              <a:ext uri="{FF2B5EF4-FFF2-40B4-BE49-F238E27FC236}">
                <a16:creationId xmlns:a16="http://schemas.microsoft.com/office/drawing/2014/main" id="{C4FB3B43-4E4B-AA94-74B6-9C6C6D7D9760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29358" y="2357688"/>
            <a:ext cx="914400" cy="914400"/>
          </a:xfrm>
          <a:prstGeom prst="rect">
            <a:avLst/>
          </a:prstGeom>
        </p:spPr>
      </p:pic>
      <p:pic>
        <p:nvPicPr>
          <p:cNvPr id="6" name="Graphique 5" descr="Personne confuse avec un remplissage uni">
            <a:extLst>
              <a:ext uri="{FF2B5EF4-FFF2-40B4-BE49-F238E27FC236}">
                <a16:creationId xmlns:a16="http://schemas.microsoft.com/office/drawing/2014/main" id="{DB9CD0B3-A756-EF2A-08B4-21834E124147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 rot="10800000">
            <a:off x="-1965768" y="2928395"/>
            <a:ext cx="914400" cy="914400"/>
          </a:xfrm>
          <a:prstGeom prst="rect">
            <a:avLst/>
          </a:prstGeom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F971BA9D-8516-5880-7965-00CC2BD03A33}"/>
              </a:ext>
            </a:extLst>
          </p:cNvPr>
          <p:cNvPicPr>
            <a:picLocks noChangeAspect="1"/>
          </p:cNvPicPr>
          <p:nvPr/>
        </p:nvPicPr>
        <p:blipFill>
          <a:blip r:embed="rId13"/>
          <a:srcRect r="-134" b="5652"/>
          <a:stretch>
            <a:fillRect/>
          </a:stretch>
        </p:blipFill>
        <p:spPr>
          <a:xfrm>
            <a:off x="4458313" y="-6858000"/>
            <a:ext cx="3275371" cy="6858000"/>
          </a:xfrm>
          <a:prstGeom prst="rect">
            <a:avLst/>
          </a:prstGeom>
        </p:spPr>
      </p:pic>
      <p:sp>
        <p:nvSpPr>
          <p:cNvPr id="9" name="ZoneTexte 8">
            <a:extLst>
              <a:ext uri="{FF2B5EF4-FFF2-40B4-BE49-F238E27FC236}">
                <a16:creationId xmlns:a16="http://schemas.microsoft.com/office/drawing/2014/main" id="{B127865F-E3AF-FACB-A924-4C970BE988E3}"/>
              </a:ext>
            </a:extLst>
          </p:cNvPr>
          <p:cNvSpPr txBox="1"/>
          <p:nvPr/>
        </p:nvSpPr>
        <p:spPr>
          <a:xfrm>
            <a:off x="7733684" y="-6858000"/>
            <a:ext cx="337681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4400" dirty="0">
                <a:latin typeface="Pristina" panose="03060402040406080204" pitchFamily="66" charset="0"/>
              </a:rPr>
              <a:t>Upload d’images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27CD3648-01D2-98EE-C694-92A99DF9D9E9}"/>
              </a:ext>
            </a:extLst>
          </p:cNvPr>
          <p:cNvSpPr txBox="1"/>
          <p:nvPr/>
        </p:nvSpPr>
        <p:spPr>
          <a:xfrm>
            <a:off x="9422093" y="-3267692"/>
            <a:ext cx="2318263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fr-FR" sz="4400" dirty="0">
                <a:latin typeface="Pristina" panose="03060402040406080204" pitchFamily="66" charset="0"/>
              </a:rPr>
              <a:t>Bouton de</a:t>
            </a:r>
          </a:p>
          <a:p>
            <a:r>
              <a:rPr lang="fr-FR" sz="4400" dirty="0">
                <a:latin typeface="Pristina" panose="03060402040406080204" pitchFamily="66" charset="0"/>
              </a:rPr>
              <a:t>déconnexion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3C8BBEE7-2A47-78FE-C844-E3FACA56E9BD}"/>
              </a:ext>
            </a:extLst>
          </p:cNvPr>
          <p:cNvSpPr txBox="1"/>
          <p:nvPr/>
        </p:nvSpPr>
        <p:spPr>
          <a:xfrm rot="3932945">
            <a:off x="10897064" y="3044279"/>
            <a:ext cx="630401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4400" dirty="0">
                <a:latin typeface="Symbol" panose="05050102010706020507" pitchFamily="18" charset="2"/>
              </a:rPr>
              <a:t>Diagrammes utilisés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6578D90E-7216-D7AA-EA56-FE247BEA7C57}"/>
              </a:ext>
            </a:extLst>
          </p:cNvPr>
          <p:cNvSpPr txBox="1"/>
          <p:nvPr/>
        </p:nvSpPr>
        <p:spPr>
          <a:xfrm>
            <a:off x="2049129" y="6858000"/>
            <a:ext cx="6304010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4400" dirty="0">
                <a:latin typeface="Snap ITC" panose="04040A07060A02020202" pitchFamily="82" charset="0"/>
              </a:rPr>
              <a:t>Diagrammes utilisés</a:t>
            </a:r>
          </a:p>
        </p:txBody>
      </p:sp>
    </p:spTree>
    <p:extLst>
      <p:ext uri="{BB962C8B-B14F-4D97-AF65-F5344CB8AC3E}">
        <p14:creationId xmlns:p14="http://schemas.microsoft.com/office/powerpoint/2010/main" val="294408004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250">
        <p159:morph option="byObject"/>
      </p:transition>
    </mc:Choice>
    <mc:Fallback>
      <p:transition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2B8F9D-9E12-2AE8-9B60-B81324B560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ercle : creux 13">
            <a:extLst>
              <a:ext uri="{FF2B5EF4-FFF2-40B4-BE49-F238E27FC236}">
                <a16:creationId xmlns:a16="http://schemas.microsoft.com/office/drawing/2014/main" id="{C944D283-3F2A-09D4-5C88-84876EC731FF}"/>
              </a:ext>
            </a:extLst>
          </p:cNvPr>
          <p:cNvSpPr/>
          <p:nvPr/>
        </p:nvSpPr>
        <p:spPr>
          <a:xfrm>
            <a:off x="-1996633" y="1467091"/>
            <a:ext cx="3993265" cy="3923818"/>
          </a:xfrm>
          <a:prstGeom prst="donut">
            <a:avLst/>
          </a:prstGeom>
          <a:gradFill flip="none" rotWithShape="1">
            <a:gsLst>
              <a:gs pos="0">
                <a:srgbClr val="7030A0">
                  <a:shade val="30000"/>
                  <a:satMod val="115000"/>
                </a:srgbClr>
              </a:gs>
              <a:gs pos="50000">
                <a:srgbClr val="7030A0">
                  <a:shade val="67500"/>
                  <a:satMod val="115000"/>
                </a:srgbClr>
              </a:gs>
              <a:gs pos="100000">
                <a:srgbClr val="7030A0">
                  <a:shade val="100000"/>
                  <a:satMod val="115000"/>
                </a:srgb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16" name="Arc plein 15">
            <a:extLst>
              <a:ext uri="{FF2B5EF4-FFF2-40B4-BE49-F238E27FC236}">
                <a16:creationId xmlns:a16="http://schemas.microsoft.com/office/drawing/2014/main" id="{5A980461-2138-180D-6B23-302AA82B5B43}"/>
              </a:ext>
            </a:extLst>
          </p:cNvPr>
          <p:cNvSpPr/>
          <p:nvPr/>
        </p:nvSpPr>
        <p:spPr>
          <a:xfrm rot="5246405">
            <a:off x="-1996633" y="1467091"/>
            <a:ext cx="3993265" cy="3923818"/>
          </a:xfrm>
          <a:prstGeom prst="blockArc">
            <a:avLst>
              <a:gd name="adj1" fmla="val 18889740"/>
              <a:gd name="adj2" fmla="val 0"/>
              <a:gd name="adj3" fmla="val 25000"/>
            </a:avLst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pic>
        <p:nvPicPr>
          <p:cNvPr id="3" name="Graphique 2" descr="Livres sur une étagère avec un remplissage uni">
            <a:extLst>
              <a:ext uri="{FF2B5EF4-FFF2-40B4-BE49-F238E27FC236}">
                <a16:creationId xmlns:a16="http://schemas.microsoft.com/office/drawing/2014/main" id="{C03A96DD-F19F-E121-25A5-046DD92794D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60314" y="4311445"/>
            <a:ext cx="914400" cy="914400"/>
          </a:xfrm>
          <a:prstGeom prst="rect">
            <a:avLst/>
          </a:prstGeom>
        </p:spPr>
      </p:pic>
      <p:pic>
        <p:nvPicPr>
          <p:cNvPr id="5" name="Graphique 4" descr="Informatique hébergé avec un remplissage uni">
            <a:extLst>
              <a:ext uri="{FF2B5EF4-FFF2-40B4-BE49-F238E27FC236}">
                <a16:creationId xmlns:a16="http://schemas.microsoft.com/office/drawing/2014/main" id="{D36D13C4-8FB4-EEE6-042C-50EF831501E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61678" y="3429000"/>
            <a:ext cx="914400" cy="914400"/>
          </a:xfrm>
          <a:prstGeom prst="rect">
            <a:avLst/>
          </a:prstGeom>
        </p:spPr>
      </p:pic>
      <p:pic>
        <p:nvPicPr>
          <p:cNvPr id="7" name="Graphique 6" descr="Ordinateur avec un remplissage uni">
            <a:extLst>
              <a:ext uri="{FF2B5EF4-FFF2-40B4-BE49-F238E27FC236}">
                <a16:creationId xmlns:a16="http://schemas.microsoft.com/office/drawing/2014/main" id="{000B9AB7-F162-2023-7446-A962F8A3A30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958" y="1585496"/>
            <a:ext cx="914400" cy="914400"/>
          </a:xfrm>
          <a:prstGeom prst="rect">
            <a:avLst/>
          </a:prstGeom>
        </p:spPr>
      </p:pic>
      <p:pic>
        <p:nvPicPr>
          <p:cNvPr id="10" name="Graphique 9" descr="Enveloppe avec un remplissage uni">
            <a:extLst>
              <a:ext uri="{FF2B5EF4-FFF2-40B4-BE49-F238E27FC236}">
                <a16:creationId xmlns:a16="http://schemas.microsoft.com/office/drawing/2014/main" id="{99175FB9-5768-E38A-08BE-1EB791566CA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29358" y="2357688"/>
            <a:ext cx="914400" cy="914400"/>
          </a:xfrm>
          <a:prstGeom prst="rect">
            <a:avLst/>
          </a:prstGeom>
        </p:spPr>
      </p:pic>
      <p:pic>
        <p:nvPicPr>
          <p:cNvPr id="6" name="Graphique 5" descr="Personne confuse avec un remplissage uni">
            <a:extLst>
              <a:ext uri="{FF2B5EF4-FFF2-40B4-BE49-F238E27FC236}">
                <a16:creationId xmlns:a16="http://schemas.microsoft.com/office/drawing/2014/main" id="{9A547E55-EE0A-D1A3-68E1-E5329B000B06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 rot="10800000">
            <a:off x="-1965768" y="2928395"/>
            <a:ext cx="914400" cy="914400"/>
          </a:xfrm>
          <a:prstGeom prst="rect">
            <a:avLst/>
          </a:prstGeom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13F87171-6D5A-190E-0B2D-24388784C678}"/>
              </a:ext>
            </a:extLst>
          </p:cNvPr>
          <p:cNvPicPr>
            <a:picLocks noChangeAspect="1"/>
          </p:cNvPicPr>
          <p:nvPr/>
        </p:nvPicPr>
        <p:blipFill>
          <a:blip r:embed="rId13"/>
          <a:srcRect r="-134" b="5652"/>
          <a:stretch>
            <a:fillRect/>
          </a:stretch>
        </p:blipFill>
        <p:spPr>
          <a:xfrm>
            <a:off x="4458313" y="-6858000"/>
            <a:ext cx="3275371" cy="6858000"/>
          </a:xfrm>
          <a:prstGeom prst="rect">
            <a:avLst/>
          </a:prstGeom>
        </p:spPr>
      </p:pic>
      <p:sp>
        <p:nvSpPr>
          <p:cNvPr id="9" name="ZoneTexte 8">
            <a:extLst>
              <a:ext uri="{FF2B5EF4-FFF2-40B4-BE49-F238E27FC236}">
                <a16:creationId xmlns:a16="http://schemas.microsoft.com/office/drawing/2014/main" id="{0065FB36-BECD-4313-979A-3AF14FC56454}"/>
              </a:ext>
            </a:extLst>
          </p:cNvPr>
          <p:cNvSpPr txBox="1"/>
          <p:nvPr/>
        </p:nvSpPr>
        <p:spPr>
          <a:xfrm>
            <a:off x="7733684" y="-6858000"/>
            <a:ext cx="337681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4400" dirty="0">
                <a:latin typeface="Pristina" panose="03060402040406080204" pitchFamily="66" charset="0"/>
              </a:rPr>
              <a:t>Upload d’images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2F87E595-6D4B-3098-7187-7F12CFAB7926}"/>
              </a:ext>
            </a:extLst>
          </p:cNvPr>
          <p:cNvSpPr txBox="1"/>
          <p:nvPr/>
        </p:nvSpPr>
        <p:spPr>
          <a:xfrm>
            <a:off x="9422093" y="-3267692"/>
            <a:ext cx="2318263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fr-FR" sz="4400" dirty="0">
                <a:latin typeface="Pristina" panose="03060402040406080204" pitchFamily="66" charset="0"/>
              </a:rPr>
              <a:t>Bouton de</a:t>
            </a:r>
          </a:p>
          <a:p>
            <a:r>
              <a:rPr lang="fr-FR" sz="4400" dirty="0">
                <a:latin typeface="Pristina" panose="03060402040406080204" pitchFamily="66" charset="0"/>
              </a:rPr>
              <a:t>déconnexion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A8AF04EA-A82A-7C70-20AB-7C369D6B238B}"/>
              </a:ext>
            </a:extLst>
          </p:cNvPr>
          <p:cNvSpPr txBox="1"/>
          <p:nvPr/>
        </p:nvSpPr>
        <p:spPr>
          <a:xfrm rot="3932945">
            <a:off x="10897064" y="3044279"/>
            <a:ext cx="630401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4400" dirty="0">
                <a:latin typeface="Symbol" panose="05050102010706020507" pitchFamily="18" charset="2"/>
              </a:rPr>
              <a:t>Diagrammes utilisés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8CDD2CE9-12E8-EC06-1489-4E5D0ABA8345}"/>
              </a:ext>
            </a:extLst>
          </p:cNvPr>
          <p:cNvSpPr txBox="1"/>
          <p:nvPr/>
        </p:nvSpPr>
        <p:spPr>
          <a:xfrm>
            <a:off x="2049129" y="5421610"/>
            <a:ext cx="6304010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4400" dirty="0">
                <a:latin typeface="Snap ITC" panose="04040A07060A02020202" pitchFamily="82" charset="0"/>
              </a:rPr>
              <a:t>Diagrammes utilisés</a:t>
            </a:r>
          </a:p>
        </p:txBody>
      </p:sp>
    </p:spTree>
    <p:extLst>
      <p:ext uri="{BB962C8B-B14F-4D97-AF65-F5344CB8AC3E}">
        <p14:creationId xmlns:p14="http://schemas.microsoft.com/office/powerpoint/2010/main" val="241727246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BE7C32-1FB6-531D-A9A6-560E9B4A4B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ercle : creux 13">
            <a:extLst>
              <a:ext uri="{FF2B5EF4-FFF2-40B4-BE49-F238E27FC236}">
                <a16:creationId xmlns:a16="http://schemas.microsoft.com/office/drawing/2014/main" id="{E58511F6-710E-DBCA-E220-D46F94646875}"/>
              </a:ext>
            </a:extLst>
          </p:cNvPr>
          <p:cNvSpPr/>
          <p:nvPr/>
        </p:nvSpPr>
        <p:spPr>
          <a:xfrm>
            <a:off x="-1996633" y="1467091"/>
            <a:ext cx="3993265" cy="3923818"/>
          </a:xfrm>
          <a:prstGeom prst="donut">
            <a:avLst/>
          </a:prstGeom>
          <a:gradFill flip="none" rotWithShape="1">
            <a:gsLst>
              <a:gs pos="0">
                <a:srgbClr val="7030A0">
                  <a:shade val="30000"/>
                  <a:satMod val="115000"/>
                </a:srgbClr>
              </a:gs>
              <a:gs pos="50000">
                <a:srgbClr val="7030A0">
                  <a:shade val="67500"/>
                  <a:satMod val="115000"/>
                </a:srgbClr>
              </a:gs>
              <a:gs pos="100000">
                <a:srgbClr val="7030A0">
                  <a:shade val="100000"/>
                  <a:satMod val="115000"/>
                </a:srgb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16" name="Arc plein 15">
            <a:extLst>
              <a:ext uri="{FF2B5EF4-FFF2-40B4-BE49-F238E27FC236}">
                <a16:creationId xmlns:a16="http://schemas.microsoft.com/office/drawing/2014/main" id="{8BA9C44E-4F2D-3704-60B8-6786D8A36E41}"/>
              </a:ext>
            </a:extLst>
          </p:cNvPr>
          <p:cNvSpPr/>
          <p:nvPr/>
        </p:nvSpPr>
        <p:spPr>
          <a:xfrm rot="5246405">
            <a:off x="-1996633" y="1467091"/>
            <a:ext cx="3993265" cy="3923818"/>
          </a:xfrm>
          <a:prstGeom prst="blockArc">
            <a:avLst>
              <a:gd name="adj1" fmla="val 18889740"/>
              <a:gd name="adj2" fmla="val 0"/>
              <a:gd name="adj3" fmla="val 25000"/>
            </a:avLst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pic>
        <p:nvPicPr>
          <p:cNvPr id="3" name="Graphique 2" descr="Livres sur une étagère avec un remplissage uni">
            <a:extLst>
              <a:ext uri="{FF2B5EF4-FFF2-40B4-BE49-F238E27FC236}">
                <a16:creationId xmlns:a16="http://schemas.microsoft.com/office/drawing/2014/main" id="{ED502A23-619E-578E-DB76-BB1D68B12D5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60314" y="4311445"/>
            <a:ext cx="914400" cy="914400"/>
          </a:xfrm>
          <a:prstGeom prst="rect">
            <a:avLst/>
          </a:prstGeom>
        </p:spPr>
      </p:pic>
      <p:pic>
        <p:nvPicPr>
          <p:cNvPr id="5" name="Graphique 4" descr="Informatique hébergé avec un remplissage uni">
            <a:extLst>
              <a:ext uri="{FF2B5EF4-FFF2-40B4-BE49-F238E27FC236}">
                <a16:creationId xmlns:a16="http://schemas.microsoft.com/office/drawing/2014/main" id="{C7705104-B713-C710-4C03-534B5DEED5B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61678" y="3429000"/>
            <a:ext cx="914400" cy="914400"/>
          </a:xfrm>
          <a:prstGeom prst="rect">
            <a:avLst/>
          </a:prstGeom>
        </p:spPr>
      </p:pic>
      <p:pic>
        <p:nvPicPr>
          <p:cNvPr id="7" name="Graphique 6" descr="Ordinateur avec un remplissage uni">
            <a:extLst>
              <a:ext uri="{FF2B5EF4-FFF2-40B4-BE49-F238E27FC236}">
                <a16:creationId xmlns:a16="http://schemas.microsoft.com/office/drawing/2014/main" id="{43602A76-07F4-2074-BF9E-E37BDD97A7B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958" y="1585496"/>
            <a:ext cx="914400" cy="914400"/>
          </a:xfrm>
          <a:prstGeom prst="rect">
            <a:avLst/>
          </a:prstGeom>
        </p:spPr>
      </p:pic>
      <p:pic>
        <p:nvPicPr>
          <p:cNvPr id="10" name="Graphique 9" descr="Enveloppe avec un remplissage uni">
            <a:extLst>
              <a:ext uri="{FF2B5EF4-FFF2-40B4-BE49-F238E27FC236}">
                <a16:creationId xmlns:a16="http://schemas.microsoft.com/office/drawing/2014/main" id="{3D586ABF-8E2C-4DA8-4A9B-6543770D3BF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29358" y="2357688"/>
            <a:ext cx="914400" cy="914400"/>
          </a:xfrm>
          <a:prstGeom prst="rect">
            <a:avLst/>
          </a:prstGeom>
        </p:spPr>
      </p:pic>
      <p:pic>
        <p:nvPicPr>
          <p:cNvPr id="6" name="Graphique 5" descr="Personne confuse avec un remplissage uni">
            <a:extLst>
              <a:ext uri="{FF2B5EF4-FFF2-40B4-BE49-F238E27FC236}">
                <a16:creationId xmlns:a16="http://schemas.microsoft.com/office/drawing/2014/main" id="{D1C88308-6ADA-AA34-75C5-7874931305A0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 rot="10800000">
            <a:off x="-1965768" y="2928395"/>
            <a:ext cx="914400" cy="914400"/>
          </a:xfrm>
          <a:prstGeom prst="rect">
            <a:avLst/>
          </a:prstGeom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8E2ADDBC-402B-9B2A-F3D8-00185CB2CBA5}"/>
              </a:ext>
            </a:extLst>
          </p:cNvPr>
          <p:cNvPicPr>
            <a:picLocks noChangeAspect="1"/>
          </p:cNvPicPr>
          <p:nvPr/>
        </p:nvPicPr>
        <p:blipFill>
          <a:blip r:embed="rId13"/>
          <a:srcRect r="-134" b="5652"/>
          <a:stretch>
            <a:fillRect/>
          </a:stretch>
        </p:blipFill>
        <p:spPr>
          <a:xfrm>
            <a:off x="4458313" y="-6858000"/>
            <a:ext cx="3275371" cy="6858000"/>
          </a:xfrm>
          <a:prstGeom prst="rect">
            <a:avLst/>
          </a:prstGeom>
        </p:spPr>
      </p:pic>
      <p:sp>
        <p:nvSpPr>
          <p:cNvPr id="9" name="ZoneTexte 8">
            <a:extLst>
              <a:ext uri="{FF2B5EF4-FFF2-40B4-BE49-F238E27FC236}">
                <a16:creationId xmlns:a16="http://schemas.microsoft.com/office/drawing/2014/main" id="{47BC402F-ADA9-88C8-4AF4-8C75222C9706}"/>
              </a:ext>
            </a:extLst>
          </p:cNvPr>
          <p:cNvSpPr txBox="1"/>
          <p:nvPr/>
        </p:nvSpPr>
        <p:spPr>
          <a:xfrm>
            <a:off x="7733684" y="-6858000"/>
            <a:ext cx="337681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4400" dirty="0">
                <a:latin typeface="Pristina" panose="03060402040406080204" pitchFamily="66" charset="0"/>
              </a:rPr>
              <a:t>Upload d’images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4C996900-F936-0FB9-C2D5-FDCB0A39A0C4}"/>
              </a:ext>
            </a:extLst>
          </p:cNvPr>
          <p:cNvSpPr txBox="1"/>
          <p:nvPr/>
        </p:nvSpPr>
        <p:spPr>
          <a:xfrm>
            <a:off x="9422093" y="-3267692"/>
            <a:ext cx="2318263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fr-FR" sz="4400" dirty="0">
                <a:latin typeface="Pristina" panose="03060402040406080204" pitchFamily="66" charset="0"/>
              </a:rPr>
              <a:t>Bouton de</a:t>
            </a:r>
          </a:p>
          <a:p>
            <a:r>
              <a:rPr lang="fr-FR" sz="4400" dirty="0">
                <a:latin typeface="Pristina" panose="03060402040406080204" pitchFamily="66" charset="0"/>
              </a:rPr>
              <a:t>déconnexion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7B4C69B-BD70-B870-82FB-6F6C44739057}"/>
              </a:ext>
            </a:extLst>
          </p:cNvPr>
          <p:cNvSpPr txBox="1"/>
          <p:nvPr/>
        </p:nvSpPr>
        <p:spPr>
          <a:xfrm rot="3932945">
            <a:off x="10897064" y="3044279"/>
            <a:ext cx="630401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4400" dirty="0">
                <a:latin typeface="Symbol" panose="05050102010706020507" pitchFamily="18" charset="2"/>
              </a:rPr>
              <a:t>Diagrammes utilisés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B38C7A8D-AE08-9DD9-DBB4-33AF6E8EB933}"/>
              </a:ext>
            </a:extLst>
          </p:cNvPr>
          <p:cNvSpPr txBox="1"/>
          <p:nvPr/>
        </p:nvSpPr>
        <p:spPr>
          <a:xfrm>
            <a:off x="2049129" y="5421610"/>
            <a:ext cx="6304010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4400" dirty="0">
                <a:latin typeface="Snap ITC" panose="04040A07060A02020202" pitchFamily="82" charset="0"/>
              </a:rPr>
              <a:t>Diagrammes utilisés</a:t>
            </a:r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F2ED5311-F60C-851C-B6B6-9FCED0D89CEF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873280" y="589280"/>
            <a:ext cx="2183512" cy="2533826"/>
          </a:xfrm>
          <a:prstGeom prst="rect">
            <a:avLst/>
          </a:prstGeom>
        </p:spPr>
      </p:pic>
      <p:pic>
        <p:nvPicPr>
          <p:cNvPr id="17" name="Image 16">
            <a:extLst>
              <a:ext uri="{FF2B5EF4-FFF2-40B4-BE49-F238E27FC236}">
                <a16:creationId xmlns:a16="http://schemas.microsoft.com/office/drawing/2014/main" id="{89921C95-4FEB-E7F5-A14C-80FC8F490015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74714" y="1"/>
            <a:ext cx="5304153" cy="39238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020068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28A912-C2B1-C75E-8B0E-61B5942E42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ercle : creux 13">
            <a:extLst>
              <a:ext uri="{FF2B5EF4-FFF2-40B4-BE49-F238E27FC236}">
                <a16:creationId xmlns:a16="http://schemas.microsoft.com/office/drawing/2014/main" id="{96F7F2A6-10B3-B129-1894-1A18CD9A0159}"/>
              </a:ext>
            </a:extLst>
          </p:cNvPr>
          <p:cNvSpPr/>
          <p:nvPr/>
        </p:nvSpPr>
        <p:spPr>
          <a:xfrm>
            <a:off x="-1996633" y="1467091"/>
            <a:ext cx="3993265" cy="3923818"/>
          </a:xfrm>
          <a:prstGeom prst="donut">
            <a:avLst/>
          </a:prstGeom>
          <a:gradFill flip="none" rotWithShape="1">
            <a:gsLst>
              <a:gs pos="0">
                <a:srgbClr val="7030A0">
                  <a:shade val="30000"/>
                  <a:satMod val="115000"/>
                </a:srgbClr>
              </a:gs>
              <a:gs pos="50000">
                <a:srgbClr val="7030A0">
                  <a:shade val="67500"/>
                  <a:satMod val="115000"/>
                </a:srgbClr>
              </a:gs>
              <a:gs pos="100000">
                <a:srgbClr val="7030A0">
                  <a:shade val="100000"/>
                  <a:satMod val="115000"/>
                </a:srgb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16" name="Arc plein 15">
            <a:extLst>
              <a:ext uri="{FF2B5EF4-FFF2-40B4-BE49-F238E27FC236}">
                <a16:creationId xmlns:a16="http://schemas.microsoft.com/office/drawing/2014/main" id="{EF074C2B-138D-A593-9394-0E0C99C7B3AE}"/>
              </a:ext>
            </a:extLst>
          </p:cNvPr>
          <p:cNvSpPr/>
          <p:nvPr/>
        </p:nvSpPr>
        <p:spPr>
          <a:xfrm rot="5246405">
            <a:off x="-1996633" y="1467091"/>
            <a:ext cx="3993265" cy="3923818"/>
          </a:xfrm>
          <a:prstGeom prst="blockArc">
            <a:avLst>
              <a:gd name="adj1" fmla="val 18889740"/>
              <a:gd name="adj2" fmla="val 0"/>
              <a:gd name="adj3" fmla="val 25000"/>
            </a:avLst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pic>
        <p:nvPicPr>
          <p:cNvPr id="3" name="Graphique 2" descr="Livres sur une étagère avec un remplissage uni">
            <a:extLst>
              <a:ext uri="{FF2B5EF4-FFF2-40B4-BE49-F238E27FC236}">
                <a16:creationId xmlns:a16="http://schemas.microsoft.com/office/drawing/2014/main" id="{7CEDF8E2-195E-BAAD-F110-5E4FB2C10B1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60314" y="4311445"/>
            <a:ext cx="914400" cy="914400"/>
          </a:xfrm>
          <a:prstGeom prst="rect">
            <a:avLst/>
          </a:prstGeom>
        </p:spPr>
      </p:pic>
      <p:pic>
        <p:nvPicPr>
          <p:cNvPr id="5" name="Graphique 4" descr="Informatique hébergé avec un remplissage uni">
            <a:extLst>
              <a:ext uri="{FF2B5EF4-FFF2-40B4-BE49-F238E27FC236}">
                <a16:creationId xmlns:a16="http://schemas.microsoft.com/office/drawing/2014/main" id="{45D2FC73-1992-E63D-F95F-24CA51E9C58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61678" y="3429000"/>
            <a:ext cx="914400" cy="914400"/>
          </a:xfrm>
          <a:prstGeom prst="rect">
            <a:avLst/>
          </a:prstGeom>
        </p:spPr>
      </p:pic>
      <p:pic>
        <p:nvPicPr>
          <p:cNvPr id="7" name="Graphique 6" descr="Ordinateur avec un remplissage uni">
            <a:extLst>
              <a:ext uri="{FF2B5EF4-FFF2-40B4-BE49-F238E27FC236}">
                <a16:creationId xmlns:a16="http://schemas.microsoft.com/office/drawing/2014/main" id="{B7B9555C-DEA1-8384-116C-FB63C530D99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958" y="1585496"/>
            <a:ext cx="914400" cy="914400"/>
          </a:xfrm>
          <a:prstGeom prst="rect">
            <a:avLst/>
          </a:prstGeom>
        </p:spPr>
      </p:pic>
      <p:pic>
        <p:nvPicPr>
          <p:cNvPr id="10" name="Graphique 9" descr="Enveloppe avec un remplissage uni">
            <a:extLst>
              <a:ext uri="{FF2B5EF4-FFF2-40B4-BE49-F238E27FC236}">
                <a16:creationId xmlns:a16="http://schemas.microsoft.com/office/drawing/2014/main" id="{2F7413A2-C60F-3FD1-E919-6DC9D74A9C87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29358" y="2357688"/>
            <a:ext cx="914400" cy="914400"/>
          </a:xfrm>
          <a:prstGeom prst="rect">
            <a:avLst/>
          </a:prstGeom>
        </p:spPr>
      </p:pic>
      <p:pic>
        <p:nvPicPr>
          <p:cNvPr id="6" name="Graphique 5" descr="Personne confuse avec un remplissage uni">
            <a:extLst>
              <a:ext uri="{FF2B5EF4-FFF2-40B4-BE49-F238E27FC236}">
                <a16:creationId xmlns:a16="http://schemas.microsoft.com/office/drawing/2014/main" id="{819D1001-5724-D90F-A55B-0ACF80ED0716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 rot="10800000">
            <a:off x="-1965768" y="2928395"/>
            <a:ext cx="914400" cy="914400"/>
          </a:xfrm>
          <a:prstGeom prst="rect">
            <a:avLst/>
          </a:prstGeom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8DB37D21-4466-272E-E3BD-BB8F8889144D}"/>
              </a:ext>
            </a:extLst>
          </p:cNvPr>
          <p:cNvPicPr>
            <a:picLocks noChangeAspect="1"/>
          </p:cNvPicPr>
          <p:nvPr/>
        </p:nvPicPr>
        <p:blipFill>
          <a:blip r:embed="rId13"/>
          <a:srcRect r="-134" b="5652"/>
          <a:stretch>
            <a:fillRect/>
          </a:stretch>
        </p:blipFill>
        <p:spPr>
          <a:xfrm>
            <a:off x="4458313" y="-6858000"/>
            <a:ext cx="3275371" cy="6858000"/>
          </a:xfrm>
          <a:prstGeom prst="rect">
            <a:avLst/>
          </a:prstGeom>
        </p:spPr>
      </p:pic>
      <p:sp>
        <p:nvSpPr>
          <p:cNvPr id="9" name="ZoneTexte 8">
            <a:extLst>
              <a:ext uri="{FF2B5EF4-FFF2-40B4-BE49-F238E27FC236}">
                <a16:creationId xmlns:a16="http://schemas.microsoft.com/office/drawing/2014/main" id="{B17119D9-9DD2-2908-31CC-A186865A85E6}"/>
              </a:ext>
            </a:extLst>
          </p:cNvPr>
          <p:cNvSpPr txBox="1"/>
          <p:nvPr/>
        </p:nvSpPr>
        <p:spPr>
          <a:xfrm>
            <a:off x="7733684" y="-6858000"/>
            <a:ext cx="337681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4400" dirty="0">
                <a:latin typeface="Pristina" panose="03060402040406080204" pitchFamily="66" charset="0"/>
              </a:rPr>
              <a:t>Upload d’images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F5CE9461-E01A-19D5-A66B-42A56FD47C7B}"/>
              </a:ext>
            </a:extLst>
          </p:cNvPr>
          <p:cNvSpPr txBox="1"/>
          <p:nvPr/>
        </p:nvSpPr>
        <p:spPr>
          <a:xfrm>
            <a:off x="9422093" y="-3267692"/>
            <a:ext cx="2318263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fr-FR" sz="4400" dirty="0">
                <a:latin typeface="Pristina" panose="03060402040406080204" pitchFamily="66" charset="0"/>
              </a:rPr>
              <a:t>Bouton de</a:t>
            </a:r>
          </a:p>
          <a:p>
            <a:r>
              <a:rPr lang="fr-FR" sz="4400" dirty="0">
                <a:latin typeface="Pristina" panose="03060402040406080204" pitchFamily="66" charset="0"/>
              </a:rPr>
              <a:t>déconnexion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4C7FB6FC-34E5-FAD6-70D1-BC4560CF0EB3}"/>
              </a:ext>
            </a:extLst>
          </p:cNvPr>
          <p:cNvSpPr txBox="1"/>
          <p:nvPr/>
        </p:nvSpPr>
        <p:spPr>
          <a:xfrm rot="3932945">
            <a:off x="10897064" y="3044279"/>
            <a:ext cx="630401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4400" dirty="0">
                <a:latin typeface="Symbol" panose="05050102010706020507" pitchFamily="18" charset="2"/>
              </a:rPr>
              <a:t>Diagrammes utilisés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3E1070B8-B00A-5AB2-1E10-E843C59F2DCA}"/>
              </a:ext>
            </a:extLst>
          </p:cNvPr>
          <p:cNvSpPr txBox="1"/>
          <p:nvPr/>
        </p:nvSpPr>
        <p:spPr>
          <a:xfrm>
            <a:off x="2049129" y="5421610"/>
            <a:ext cx="6304010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4400" dirty="0">
                <a:latin typeface="Snap ITC" panose="04040A07060A02020202" pitchFamily="82" charset="0"/>
              </a:rPr>
              <a:t>Diagrammes utilisés</a:t>
            </a:r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5C42ECA4-E29B-7A66-D4A7-4855164216BA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147389" y="0"/>
            <a:ext cx="6044612" cy="7014386"/>
          </a:xfrm>
          <a:prstGeom prst="rect">
            <a:avLst/>
          </a:prstGeom>
        </p:spPr>
      </p:pic>
      <p:pic>
        <p:nvPicPr>
          <p:cNvPr id="17" name="Image 16">
            <a:extLst>
              <a:ext uri="{FF2B5EF4-FFF2-40B4-BE49-F238E27FC236}">
                <a16:creationId xmlns:a16="http://schemas.microsoft.com/office/drawing/2014/main" id="{F3676C71-720C-0E4C-A182-692D28AEFC50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74714" y="1"/>
            <a:ext cx="5304153" cy="39238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036991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AA721A-9BBB-D052-CF99-D883F3E375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 8">
            <a:extLst>
              <a:ext uri="{FF2B5EF4-FFF2-40B4-BE49-F238E27FC236}">
                <a16:creationId xmlns:a16="http://schemas.microsoft.com/office/drawing/2014/main" id="{4DC6C90A-1C13-09E3-7963-A20E726554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4906" y="1497035"/>
            <a:ext cx="12180831" cy="5093110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00F2A76D-0C89-9C75-477F-60354D252A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69" y="7740445"/>
            <a:ext cx="12180831" cy="5093110"/>
          </a:xfrm>
          <a:prstGeom prst="rect">
            <a:avLst/>
          </a:prstGeom>
        </p:spPr>
      </p:pic>
      <p:sp>
        <p:nvSpPr>
          <p:cNvPr id="11" name="Forme libre : forme 10">
            <a:extLst>
              <a:ext uri="{FF2B5EF4-FFF2-40B4-BE49-F238E27FC236}">
                <a16:creationId xmlns:a16="http://schemas.microsoft.com/office/drawing/2014/main" id="{5884A06F-3698-AB95-E3C3-D947467DAD64}"/>
              </a:ext>
            </a:extLst>
          </p:cNvPr>
          <p:cNvSpPr/>
          <p:nvPr/>
        </p:nvSpPr>
        <p:spPr>
          <a:xfrm>
            <a:off x="0" y="685800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6619351" y="2948881"/>
                </a:moveTo>
                <a:cubicBezTo>
                  <a:pt x="6697486" y="2982367"/>
                  <a:pt x="6754785" y="3019946"/>
                  <a:pt x="6791248" y="3061618"/>
                </a:cubicBezTo>
                <a:cubicBezTo>
                  <a:pt x="6827711" y="3103290"/>
                  <a:pt x="6845942" y="3151659"/>
                  <a:pt x="6845942" y="3206726"/>
                </a:cubicBezTo>
                <a:cubicBezTo>
                  <a:pt x="6845942" y="3251374"/>
                  <a:pt x="6833850" y="3291186"/>
                  <a:pt x="6809665" y="3326160"/>
                </a:cubicBezTo>
                <a:cubicBezTo>
                  <a:pt x="6785481" y="3361135"/>
                  <a:pt x="6757761" y="3378622"/>
                  <a:pt x="6726507" y="3378622"/>
                </a:cubicBezTo>
                <a:cubicBezTo>
                  <a:pt x="6704183" y="3378622"/>
                  <a:pt x="6679627" y="3374715"/>
                  <a:pt x="6652838" y="3366902"/>
                </a:cubicBezTo>
                <a:cubicBezTo>
                  <a:pt x="6626048" y="3359088"/>
                  <a:pt x="6600376" y="3348484"/>
                  <a:pt x="6575819" y="3335090"/>
                </a:cubicBezTo>
                <a:close/>
                <a:moveTo>
                  <a:pt x="8774828" y="2877443"/>
                </a:moveTo>
                <a:lnTo>
                  <a:pt x="8929982" y="3322811"/>
                </a:lnTo>
                <a:lnTo>
                  <a:pt x="8624140" y="3426619"/>
                </a:lnTo>
                <a:close/>
                <a:moveTo>
                  <a:pt x="7020071" y="2569369"/>
                </a:moveTo>
                <a:cubicBezTo>
                  <a:pt x="6983608" y="2569369"/>
                  <a:pt x="6941936" y="2571043"/>
                  <a:pt x="6895055" y="2574392"/>
                </a:cubicBezTo>
                <a:cubicBezTo>
                  <a:pt x="6848174" y="2577741"/>
                  <a:pt x="6791992" y="2583508"/>
                  <a:pt x="6726507" y="2591693"/>
                </a:cubicBezTo>
                <a:lnTo>
                  <a:pt x="5869257" y="2689920"/>
                </a:lnTo>
                <a:lnTo>
                  <a:pt x="6221980" y="2842841"/>
                </a:lnTo>
                <a:lnTo>
                  <a:pt x="6059013" y="4063975"/>
                </a:lnTo>
                <a:lnTo>
                  <a:pt x="5901627" y="4175596"/>
                </a:lnTo>
                <a:lnTo>
                  <a:pt x="6845942" y="4281636"/>
                </a:lnTo>
                <a:lnTo>
                  <a:pt x="6594795" y="4059511"/>
                </a:lnTo>
                <a:lnTo>
                  <a:pt x="6562424" y="3662139"/>
                </a:lnTo>
                <a:cubicBezTo>
                  <a:pt x="6581772" y="3665860"/>
                  <a:pt x="6600562" y="3669395"/>
                  <a:pt x="6618793" y="3672743"/>
                </a:cubicBezTo>
                <a:cubicBezTo>
                  <a:pt x="6637025" y="3676092"/>
                  <a:pt x="6654698" y="3678511"/>
                  <a:pt x="6671813" y="3679999"/>
                </a:cubicBezTo>
                <a:lnTo>
                  <a:pt x="7094857" y="4194572"/>
                </a:lnTo>
                <a:lnTo>
                  <a:pt x="7005560" y="4363120"/>
                </a:lnTo>
                <a:lnTo>
                  <a:pt x="7753421" y="4111972"/>
                </a:lnTo>
                <a:lnTo>
                  <a:pt x="7116065" y="3677766"/>
                </a:lnTo>
                <a:cubicBezTo>
                  <a:pt x="7312518" y="3642048"/>
                  <a:pt x="7460602" y="3577121"/>
                  <a:pt x="7560317" y="3482988"/>
                </a:cubicBezTo>
                <a:cubicBezTo>
                  <a:pt x="7660032" y="3388854"/>
                  <a:pt x="7709889" y="3267001"/>
                  <a:pt x="7709889" y="3117429"/>
                </a:cubicBezTo>
                <a:cubicBezTo>
                  <a:pt x="7709889" y="2937346"/>
                  <a:pt x="7651474" y="2800983"/>
                  <a:pt x="7534644" y="2708337"/>
                </a:cubicBezTo>
                <a:cubicBezTo>
                  <a:pt x="7417814" y="2615692"/>
                  <a:pt x="7246289" y="2569369"/>
                  <a:pt x="7020071" y="2569369"/>
                </a:cubicBezTo>
                <a:close/>
                <a:moveTo>
                  <a:pt x="8074964" y="2548161"/>
                </a:moveTo>
                <a:lnTo>
                  <a:pt x="8269185" y="2674293"/>
                </a:lnTo>
                <a:lnTo>
                  <a:pt x="7926508" y="4007049"/>
                </a:lnTo>
                <a:lnTo>
                  <a:pt x="7668664" y="4199037"/>
                </a:lnTo>
                <a:lnTo>
                  <a:pt x="8726832" y="4123135"/>
                </a:lnTo>
                <a:lnTo>
                  <a:pt x="8569446" y="4000351"/>
                </a:lnTo>
                <a:lnTo>
                  <a:pt x="8674370" y="3712369"/>
                </a:lnTo>
                <a:lnTo>
                  <a:pt x="9036022" y="3684464"/>
                </a:lnTo>
                <a:lnTo>
                  <a:pt x="9106343" y="3931146"/>
                </a:lnTo>
                <a:lnTo>
                  <a:pt x="8857428" y="4264893"/>
                </a:lnTo>
                <a:lnTo>
                  <a:pt x="9830764" y="3963516"/>
                </a:lnTo>
                <a:lnTo>
                  <a:pt x="9618684" y="3899892"/>
                </a:lnTo>
                <a:lnTo>
                  <a:pt x="9081786" y="2701082"/>
                </a:lnTo>
                <a:lnTo>
                  <a:pt x="9387628" y="2591693"/>
                </a:lnTo>
                <a:close/>
                <a:moveTo>
                  <a:pt x="3932036" y="2539231"/>
                </a:moveTo>
                <a:lnTo>
                  <a:pt x="2235396" y="2698849"/>
                </a:lnTo>
                <a:lnTo>
                  <a:pt x="2624953" y="2884140"/>
                </a:lnTo>
                <a:lnTo>
                  <a:pt x="2487660" y="4002584"/>
                </a:lnTo>
                <a:lnTo>
                  <a:pt x="2235396" y="4168899"/>
                </a:lnTo>
                <a:lnTo>
                  <a:pt x="3563686" y="4262661"/>
                </a:lnTo>
                <a:lnTo>
                  <a:pt x="3338212" y="4114205"/>
                </a:lnTo>
                <a:lnTo>
                  <a:pt x="3212081" y="3620840"/>
                </a:lnTo>
                <a:lnTo>
                  <a:pt x="3611684" y="3643164"/>
                </a:lnTo>
                <a:lnTo>
                  <a:pt x="3849437" y="3972446"/>
                </a:lnTo>
                <a:lnTo>
                  <a:pt x="3637357" y="3037061"/>
                </a:lnTo>
                <a:lnTo>
                  <a:pt x="3517922" y="3204493"/>
                </a:lnTo>
                <a:lnTo>
                  <a:pt x="3234404" y="3326160"/>
                </a:lnTo>
                <a:lnTo>
                  <a:pt x="3155153" y="2960043"/>
                </a:lnTo>
                <a:lnTo>
                  <a:pt x="3818183" y="2914278"/>
                </a:lnTo>
                <a:lnTo>
                  <a:pt x="4073795" y="3350717"/>
                </a:lnTo>
                <a:lnTo>
                  <a:pt x="3956165" y="2677353"/>
                </a:lnTo>
                <a:lnTo>
                  <a:pt x="4225079" y="2781449"/>
                </a:lnTo>
                <a:lnTo>
                  <a:pt x="4396976" y="4007049"/>
                </a:lnTo>
                <a:lnTo>
                  <a:pt x="3913656" y="4175596"/>
                </a:lnTo>
                <a:lnTo>
                  <a:pt x="5752055" y="4255964"/>
                </a:lnTo>
                <a:lnTo>
                  <a:pt x="5852514" y="3518148"/>
                </a:lnTo>
                <a:lnTo>
                  <a:pt x="5555602" y="3922217"/>
                </a:lnTo>
                <a:lnTo>
                  <a:pt x="4914897" y="3841849"/>
                </a:lnTo>
                <a:lnTo>
                  <a:pt x="5049959" y="3479081"/>
                </a:lnTo>
                <a:lnTo>
                  <a:pt x="5390403" y="3524846"/>
                </a:lnTo>
                <a:lnTo>
                  <a:pt x="5512070" y="3716834"/>
                </a:lnTo>
                <a:lnTo>
                  <a:pt x="5468538" y="2944416"/>
                </a:lnTo>
                <a:lnTo>
                  <a:pt x="5354684" y="3119661"/>
                </a:lnTo>
                <a:lnTo>
                  <a:pt x="4970708" y="3208958"/>
                </a:lnTo>
                <a:lnTo>
                  <a:pt x="5052192" y="2868514"/>
                </a:lnTo>
                <a:lnTo>
                  <a:pt x="5590205" y="2866281"/>
                </a:lnTo>
                <a:lnTo>
                  <a:pt x="5772147" y="3053805"/>
                </a:lnTo>
                <a:lnTo>
                  <a:pt x="5662758" y="2541464"/>
                </a:lnTo>
                <a:lnTo>
                  <a:pt x="3952823" y="2658224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fr-FR" dirty="0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2115CCA1-35D9-862F-8D22-6B505A6A707C}"/>
              </a:ext>
            </a:extLst>
          </p:cNvPr>
          <p:cNvSpPr txBox="1"/>
          <p:nvPr/>
        </p:nvSpPr>
        <p:spPr>
          <a:xfrm>
            <a:off x="3031507" y="0"/>
            <a:ext cx="612898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dirty="0">
                <a:latin typeface="Brush Script MT" panose="03060802040406070304" pitchFamily="66" charset="0"/>
              </a:rPr>
              <a:t>Merci de votre attention</a:t>
            </a:r>
          </a:p>
        </p:txBody>
      </p:sp>
      <p:sp>
        <p:nvSpPr>
          <p:cNvPr id="14" name="Cercle : creux 13">
            <a:extLst>
              <a:ext uri="{FF2B5EF4-FFF2-40B4-BE49-F238E27FC236}">
                <a16:creationId xmlns:a16="http://schemas.microsoft.com/office/drawing/2014/main" id="{748F675C-D9EC-12BA-A82C-06325CF0A217}"/>
              </a:ext>
            </a:extLst>
          </p:cNvPr>
          <p:cNvSpPr/>
          <p:nvPr/>
        </p:nvSpPr>
        <p:spPr>
          <a:xfrm rot="10800000">
            <a:off x="-1996633" y="1467091"/>
            <a:ext cx="3993265" cy="3923818"/>
          </a:xfrm>
          <a:prstGeom prst="donut">
            <a:avLst/>
          </a:prstGeom>
          <a:gradFill flip="none" rotWithShape="1">
            <a:gsLst>
              <a:gs pos="0">
                <a:srgbClr val="7030A0">
                  <a:shade val="30000"/>
                  <a:satMod val="115000"/>
                </a:srgbClr>
              </a:gs>
              <a:gs pos="50000">
                <a:srgbClr val="7030A0">
                  <a:shade val="67500"/>
                  <a:satMod val="115000"/>
                </a:srgbClr>
              </a:gs>
              <a:gs pos="100000">
                <a:srgbClr val="7030A0">
                  <a:shade val="100000"/>
                  <a:satMod val="115000"/>
                </a:srgb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pic>
        <p:nvPicPr>
          <p:cNvPr id="3" name="Graphique 2" descr="Livres sur une étagère avec un remplissage uni">
            <a:extLst>
              <a:ext uri="{FF2B5EF4-FFF2-40B4-BE49-F238E27FC236}">
                <a16:creationId xmlns:a16="http://schemas.microsoft.com/office/drawing/2014/main" id="{0E424B50-B67B-2FF8-F245-4331AAD43DE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10800000">
            <a:off x="-1074715" y="1632155"/>
            <a:ext cx="914400" cy="914400"/>
          </a:xfrm>
          <a:prstGeom prst="rect">
            <a:avLst/>
          </a:prstGeom>
        </p:spPr>
      </p:pic>
      <p:pic>
        <p:nvPicPr>
          <p:cNvPr id="5" name="Graphique 4" descr="Informatique hébergé avec un remplissage uni">
            <a:extLst>
              <a:ext uri="{FF2B5EF4-FFF2-40B4-BE49-F238E27FC236}">
                <a16:creationId xmlns:a16="http://schemas.microsoft.com/office/drawing/2014/main" id="{491B6968-6E44-A084-6CDE-942136968EC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10800000">
            <a:off x="-1876079" y="2514600"/>
            <a:ext cx="914400" cy="914400"/>
          </a:xfrm>
          <a:prstGeom prst="rect">
            <a:avLst/>
          </a:prstGeom>
        </p:spPr>
      </p:pic>
      <p:pic>
        <p:nvPicPr>
          <p:cNvPr id="7" name="Graphique 6" descr="Ordinateur avec un remplissage uni">
            <a:extLst>
              <a:ext uri="{FF2B5EF4-FFF2-40B4-BE49-F238E27FC236}">
                <a16:creationId xmlns:a16="http://schemas.microsoft.com/office/drawing/2014/main" id="{7673EC41-6609-FE70-E929-3688216FF59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rot="10800000">
            <a:off x="-929359" y="4358104"/>
            <a:ext cx="914400" cy="914400"/>
          </a:xfrm>
          <a:prstGeom prst="rect">
            <a:avLst/>
          </a:prstGeom>
        </p:spPr>
      </p:pic>
      <p:pic>
        <p:nvPicPr>
          <p:cNvPr id="10" name="Graphique 9" descr="Enveloppe avec un remplissage uni">
            <a:extLst>
              <a:ext uri="{FF2B5EF4-FFF2-40B4-BE49-F238E27FC236}">
                <a16:creationId xmlns:a16="http://schemas.microsoft.com/office/drawing/2014/main" id="{2E473E79-324E-DC67-68FA-D9A52D0F78F9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 rot="10800000">
            <a:off x="-1843759" y="3585912"/>
            <a:ext cx="914400" cy="914400"/>
          </a:xfrm>
          <a:prstGeom prst="rect">
            <a:avLst/>
          </a:prstGeom>
        </p:spPr>
      </p:pic>
      <p:sp>
        <p:nvSpPr>
          <p:cNvPr id="16" name="Arc plein 15">
            <a:extLst>
              <a:ext uri="{FF2B5EF4-FFF2-40B4-BE49-F238E27FC236}">
                <a16:creationId xmlns:a16="http://schemas.microsoft.com/office/drawing/2014/main" id="{02B8F96F-FD51-BE76-6FED-6D5B35B1DB5A}"/>
              </a:ext>
            </a:extLst>
          </p:cNvPr>
          <p:cNvSpPr/>
          <p:nvPr/>
        </p:nvSpPr>
        <p:spPr>
          <a:xfrm rot="1324638">
            <a:off x="-1996633" y="1467091"/>
            <a:ext cx="3993265" cy="3923818"/>
          </a:xfrm>
          <a:prstGeom prst="blockArc">
            <a:avLst>
              <a:gd name="adj1" fmla="val 18889740"/>
              <a:gd name="adj2" fmla="val 0"/>
              <a:gd name="adj3" fmla="val 25000"/>
            </a:avLst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pic>
        <p:nvPicPr>
          <p:cNvPr id="6" name="Graphique 5" descr="Personne confuse avec un remplissage uni">
            <a:extLst>
              <a:ext uri="{FF2B5EF4-FFF2-40B4-BE49-F238E27FC236}">
                <a16:creationId xmlns:a16="http://schemas.microsoft.com/office/drawing/2014/main" id="{3174C681-7805-4B03-0B99-1357EBA31E4F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51367" y="3015205"/>
            <a:ext cx="914400" cy="914400"/>
          </a:xfrm>
          <a:prstGeom prst="rect">
            <a:avLst/>
          </a:prstGeom>
        </p:spPr>
      </p:pic>
      <p:sp>
        <p:nvSpPr>
          <p:cNvPr id="4" name="Forme libre : forme 3">
            <a:extLst>
              <a:ext uri="{FF2B5EF4-FFF2-40B4-BE49-F238E27FC236}">
                <a16:creationId xmlns:a16="http://schemas.microsoft.com/office/drawing/2014/main" id="{D529A252-D11D-999B-0AD0-D19DEE9C99ED}"/>
              </a:ext>
            </a:extLst>
          </p:cNvPr>
          <p:cNvSpPr/>
          <p:nvPr/>
        </p:nvSpPr>
        <p:spPr>
          <a:xfrm>
            <a:off x="2708187" y="1497035"/>
            <a:ext cx="9483813" cy="5360965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6619351" y="2948881"/>
                </a:moveTo>
                <a:cubicBezTo>
                  <a:pt x="6697486" y="2982367"/>
                  <a:pt x="6754785" y="3019946"/>
                  <a:pt x="6791248" y="3061618"/>
                </a:cubicBezTo>
                <a:cubicBezTo>
                  <a:pt x="6827711" y="3103290"/>
                  <a:pt x="6845942" y="3151659"/>
                  <a:pt x="6845942" y="3206726"/>
                </a:cubicBezTo>
                <a:cubicBezTo>
                  <a:pt x="6845942" y="3251374"/>
                  <a:pt x="6833850" y="3291186"/>
                  <a:pt x="6809665" y="3326160"/>
                </a:cubicBezTo>
                <a:cubicBezTo>
                  <a:pt x="6785481" y="3361135"/>
                  <a:pt x="6757761" y="3378622"/>
                  <a:pt x="6726507" y="3378622"/>
                </a:cubicBezTo>
                <a:cubicBezTo>
                  <a:pt x="6704183" y="3378622"/>
                  <a:pt x="6679627" y="3374715"/>
                  <a:pt x="6652838" y="3366902"/>
                </a:cubicBezTo>
                <a:cubicBezTo>
                  <a:pt x="6626048" y="3359088"/>
                  <a:pt x="6600376" y="3348484"/>
                  <a:pt x="6575819" y="3335090"/>
                </a:cubicBezTo>
                <a:close/>
                <a:moveTo>
                  <a:pt x="8774828" y="2877443"/>
                </a:moveTo>
                <a:lnTo>
                  <a:pt x="8929982" y="3322811"/>
                </a:lnTo>
                <a:lnTo>
                  <a:pt x="8624140" y="3426619"/>
                </a:lnTo>
                <a:close/>
                <a:moveTo>
                  <a:pt x="7020071" y="2569369"/>
                </a:moveTo>
                <a:cubicBezTo>
                  <a:pt x="6983608" y="2569369"/>
                  <a:pt x="6941936" y="2571043"/>
                  <a:pt x="6895055" y="2574392"/>
                </a:cubicBezTo>
                <a:cubicBezTo>
                  <a:pt x="6848174" y="2577741"/>
                  <a:pt x="6791992" y="2583508"/>
                  <a:pt x="6726507" y="2591693"/>
                </a:cubicBezTo>
                <a:lnTo>
                  <a:pt x="5869257" y="2689920"/>
                </a:lnTo>
                <a:lnTo>
                  <a:pt x="6221980" y="2842841"/>
                </a:lnTo>
                <a:lnTo>
                  <a:pt x="6059013" y="4063975"/>
                </a:lnTo>
                <a:lnTo>
                  <a:pt x="5901627" y="4175596"/>
                </a:lnTo>
                <a:lnTo>
                  <a:pt x="6845942" y="4281636"/>
                </a:lnTo>
                <a:lnTo>
                  <a:pt x="6594795" y="4059511"/>
                </a:lnTo>
                <a:lnTo>
                  <a:pt x="6562424" y="3662139"/>
                </a:lnTo>
                <a:cubicBezTo>
                  <a:pt x="6581772" y="3665860"/>
                  <a:pt x="6600562" y="3669395"/>
                  <a:pt x="6618793" y="3672743"/>
                </a:cubicBezTo>
                <a:cubicBezTo>
                  <a:pt x="6637025" y="3676092"/>
                  <a:pt x="6654698" y="3678511"/>
                  <a:pt x="6671813" y="3679999"/>
                </a:cubicBezTo>
                <a:lnTo>
                  <a:pt x="7094857" y="4194572"/>
                </a:lnTo>
                <a:lnTo>
                  <a:pt x="7005560" y="4363120"/>
                </a:lnTo>
                <a:lnTo>
                  <a:pt x="7753421" y="4111972"/>
                </a:lnTo>
                <a:lnTo>
                  <a:pt x="7116065" y="3677766"/>
                </a:lnTo>
                <a:cubicBezTo>
                  <a:pt x="7312518" y="3642048"/>
                  <a:pt x="7460602" y="3577121"/>
                  <a:pt x="7560317" y="3482988"/>
                </a:cubicBezTo>
                <a:cubicBezTo>
                  <a:pt x="7660032" y="3388854"/>
                  <a:pt x="7709889" y="3267001"/>
                  <a:pt x="7709889" y="3117429"/>
                </a:cubicBezTo>
                <a:cubicBezTo>
                  <a:pt x="7709889" y="2937346"/>
                  <a:pt x="7651474" y="2800983"/>
                  <a:pt x="7534644" y="2708337"/>
                </a:cubicBezTo>
                <a:cubicBezTo>
                  <a:pt x="7417814" y="2615692"/>
                  <a:pt x="7246289" y="2569369"/>
                  <a:pt x="7020071" y="2569369"/>
                </a:cubicBezTo>
                <a:close/>
                <a:moveTo>
                  <a:pt x="8074964" y="2548161"/>
                </a:moveTo>
                <a:lnTo>
                  <a:pt x="8269185" y="2674293"/>
                </a:lnTo>
                <a:lnTo>
                  <a:pt x="7926508" y="4007049"/>
                </a:lnTo>
                <a:lnTo>
                  <a:pt x="7668664" y="4199037"/>
                </a:lnTo>
                <a:lnTo>
                  <a:pt x="8726832" y="4123135"/>
                </a:lnTo>
                <a:lnTo>
                  <a:pt x="8569446" y="4000351"/>
                </a:lnTo>
                <a:lnTo>
                  <a:pt x="8674370" y="3712369"/>
                </a:lnTo>
                <a:lnTo>
                  <a:pt x="9036022" y="3684464"/>
                </a:lnTo>
                <a:lnTo>
                  <a:pt x="9106343" y="3931146"/>
                </a:lnTo>
                <a:lnTo>
                  <a:pt x="8857428" y="4264893"/>
                </a:lnTo>
                <a:lnTo>
                  <a:pt x="9830764" y="3963516"/>
                </a:lnTo>
                <a:lnTo>
                  <a:pt x="9618684" y="3899892"/>
                </a:lnTo>
                <a:lnTo>
                  <a:pt x="9081786" y="2701082"/>
                </a:lnTo>
                <a:lnTo>
                  <a:pt x="9387628" y="2591693"/>
                </a:lnTo>
                <a:close/>
                <a:moveTo>
                  <a:pt x="3932036" y="2539231"/>
                </a:moveTo>
                <a:lnTo>
                  <a:pt x="2235396" y="2698849"/>
                </a:lnTo>
                <a:lnTo>
                  <a:pt x="2624953" y="2884140"/>
                </a:lnTo>
                <a:lnTo>
                  <a:pt x="2487660" y="4002584"/>
                </a:lnTo>
                <a:lnTo>
                  <a:pt x="2235396" y="4168899"/>
                </a:lnTo>
                <a:lnTo>
                  <a:pt x="3563686" y="4262661"/>
                </a:lnTo>
                <a:lnTo>
                  <a:pt x="3338212" y="4114205"/>
                </a:lnTo>
                <a:lnTo>
                  <a:pt x="3212081" y="3620840"/>
                </a:lnTo>
                <a:lnTo>
                  <a:pt x="3611684" y="3643164"/>
                </a:lnTo>
                <a:lnTo>
                  <a:pt x="3849437" y="3972446"/>
                </a:lnTo>
                <a:lnTo>
                  <a:pt x="3637357" y="3037061"/>
                </a:lnTo>
                <a:lnTo>
                  <a:pt x="3517922" y="3204493"/>
                </a:lnTo>
                <a:lnTo>
                  <a:pt x="3234404" y="3326160"/>
                </a:lnTo>
                <a:lnTo>
                  <a:pt x="3155153" y="2960043"/>
                </a:lnTo>
                <a:lnTo>
                  <a:pt x="3818183" y="2914278"/>
                </a:lnTo>
                <a:lnTo>
                  <a:pt x="4073795" y="3350717"/>
                </a:lnTo>
                <a:lnTo>
                  <a:pt x="3956165" y="2677353"/>
                </a:lnTo>
                <a:lnTo>
                  <a:pt x="4225079" y="2781449"/>
                </a:lnTo>
                <a:lnTo>
                  <a:pt x="4396976" y="4007049"/>
                </a:lnTo>
                <a:lnTo>
                  <a:pt x="3913656" y="4175596"/>
                </a:lnTo>
                <a:lnTo>
                  <a:pt x="5752055" y="4255964"/>
                </a:lnTo>
                <a:lnTo>
                  <a:pt x="5852514" y="3518148"/>
                </a:lnTo>
                <a:lnTo>
                  <a:pt x="5555602" y="3922217"/>
                </a:lnTo>
                <a:lnTo>
                  <a:pt x="4914897" y="3841849"/>
                </a:lnTo>
                <a:lnTo>
                  <a:pt x="5049959" y="3479081"/>
                </a:lnTo>
                <a:lnTo>
                  <a:pt x="5390403" y="3524846"/>
                </a:lnTo>
                <a:lnTo>
                  <a:pt x="5512070" y="3716834"/>
                </a:lnTo>
                <a:lnTo>
                  <a:pt x="5468538" y="2944416"/>
                </a:lnTo>
                <a:lnTo>
                  <a:pt x="5354684" y="3119661"/>
                </a:lnTo>
                <a:lnTo>
                  <a:pt x="4970708" y="3208958"/>
                </a:lnTo>
                <a:lnTo>
                  <a:pt x="5052192" y="2868514"/>
                </a:lnTo>
                <a:lnTo>
                  <a:pt x="5590205" y="2866281"/>
                </a:lnTo>
                <a:lnTo>
                  <a:pt x="5772147" y="3053805"/>
                </a:lnTo>
                <a:lnTo>
                  <a:pt x="5662758" y="2541464"/>
                </a:lnTo>
                <a:lnTo>
                  <a:pt x="3952823" y="2658224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gradFill flip="none" rotWithShape="1">
            <a:gsLst>
              <a:gs pos="0">
                <a:schemeClr val="tx2">
                  <a:lumMod val="75000"/>
                  <a:shade val="30000"/>
                  <a:satMod val="115000"/>
                </a:schemeClr>
              </a:gs>
              <a:gs pos="50000">
                <a:schemeClr val="tx2">
                  <a:lumMod val="75000"/>
                  <a:shade val="67500"/>
                  <a:satMod val="115000"/>
                </a:schemeClr>
              </a:gs>
              <a:gs pos="100000">
                <a:schemeClr val="tx2">
                  <a:lumMod val="75000"/>
                  <a:shade val="100000"/>
                  <a:satMod val="115000"/>
                </a:schemeClr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fr-FR" dirty="0"/>
          </a:p>
        </p:txBody>
      </p:sp>
      <p:cxnSp>
        <p:nvCxnSpPr>
          <p:cNvPr id="13" name="Connecteur droit 12">
            <a:extLst>
              <a:ext uri="{FF2B5EF4-FFF2-40B4-BE49-F238E27FC236}">
                <a16:creationId xmlns:a16="http://schemas.microsoft.com/office/drawing/2014/main" id="{7456DD52-07B5-D391-2A36-F70D0247F7F5}"/>
              </a:ext>
            </a:extLst>
          </p:cNvPr>
          <p:cNvCxnSpPr>
            <a:cxnSpLocks/>
          </p:cNvCxnSpPr>
          <p:nvPr/>
        </p:nvCxnSpPr>
        <p:spPr>
          <a:xfrm flipH="1">
            <a:off x="8229600" y="1306270"/>
            <a:ext cx="2560320" cy="2201825"/>
          </a:xfrm>
          <a:prstGeom prst="line">
            <a:avLst/>
          </a:prstGeom>
          <a:ln>
            <a:solidFill>
              <a:schemeClr val="tx1"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eur droit 14">
            <a:extLst>
              <a:ext uri="{FF2B5EF4-FFF2-40B4-BE49-F238E27FC236}">
                <a16:creationId xmlns:a16="http://schemas.microsoft.com/office/drawing/2014/main" id="{B8A523FC-90FB-220F-9933-AD16337D768C}"/>
              </a:ext>
            </a:extLst>
          </p:cNvPr>
          <p:cNvCxnSpPr/>
          <p:nvPr/>
        </p:nvCxnSpPr>
        <p:spPr>
          <a:xfrm flipH="1">
            <a:off x="8453120" y="1452880"/>
            <a:ext cx="2550160" cy="2128520"/>
          </a:xfrm>
          <a:prstGeom prst="line">
            <a:avLst/>
          </a:prstGeom>
          <a:ln>
            <a:solidFill>
              <a:schemeClr val="tx1"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9E7727FB-8571-7501-339C-0F3FE45CFC92}"/>
              </a:ext>
            </a:extLst>
          </p:cNvPr>
          <p:cNvCxnSpPr>
            <a:cxnSpLocks/>
          </p:cNvCxnSpPr>
          <p:nvPr/>
        </p:nvCxnSpPr>
        <p:spPr>
          <a:xfrm flipH="1">
            <a:off x="8605520" y="507831"/>
            <a:ext cx="3738880" cy="3162694"/>
          </a:xfrm>
          <a:prstGeom prst="line">
            <a:avLst/>
          </a:prstGeom>
          <a:ln>
            <a:solidFill>
              <a:schemeClr val="tx1"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A3E02BBE-EF4C-3E2D-CD34-AF4B3A029419}"/>
              </a:ext>
            </a:extLst>
          </p:cNvPr>
          <p:cNvCxnSpPr>
            <a:cxnSpLocks/>
          </p:cNvCxnSpPr>
          <p:nvPr/>
        </p:nvCxnSpPr>
        <p:spPr>
          <a:xfrm flipH="1">
            <a:off x="8529320" y="1363755"/>
            <a:ext cx="2494280" cy="2144340"/>
          </a:xfrm>
          <a:prstGeom prst="line">
            <a:avLst/>
          </a:prstGeom>
          <a:ln>
            <a:solidFill>
              <a:schemeClr val="tx1"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1421481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Secteur">
  <a:themeElements>
    <a:clrScheme name="Slice">
      <a:dk1>
        <a:sysClr val="windowText" lastClr="000000"/>
      </a:dk1>
      <a:lt1>
        <a:sysClr val="window" lastClr="FFFFFF"/>
      </a:lt1>
      <a:dk2>
        <a:srgbClr val="146194"/>
      </a:dk2>
      <a:lt2>
        <a:srgbClr val="76DBF4"/>
      </a:lt2>
      <a:accent1>
        <a:srgbClr val="052F61"/>
      </a:accent1>
      <a:accent2>
        <a:srgbClr val="A50E82"/>
      </a:accent2>
      <a:accent3>
        <a:srgbClr val="14967C"/>
      </a:accent3>
      <a:accent4>
        <a:srgbClr val="6A9E1F"/>
      </a:accent4>
      <a:accent5>
        <a:srgbClr val="E87D37"/>
      </a:accent5>
      <a:accent6>
        <a:srgbClr val="C62324"/>
      </a:accent6>
      <a:hlink>
        <a:srgbClr val="0D2E46"/>
      </a:hlink>
      <a:folHlink>
        <a:srgbClr val="356A95"/>
      </a:folHlink>
    </a:clrScheme>
    <a:fontScheme name="Slice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Slice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hueMod val="94000"/>
                <a:satMod val="140000"/>
                <a:lumMod val="110000"/>
              </a:schemeClr>
            </a:gs>
            <a:gs pos="100000">
              <a:schemeClr val="phClr">
                <a:tint val="84000"/>
                <a:satMod val="16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hueMod val="94000"/>
                <a:satMod val="130000"/>
                <a:lumMod val="128000"/>
              </a:schemeClr>
            </a:gs>
            <a:gs pos="100000">
              <a:schemeClr val="phClr">
                <a:shade val="94000"/>
                <a:lumMod val="88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tint val="76000"/>
              <a:alpha val="60000"/>
              <a:hueMod val="94000"/>
            </a:schemeClr>
          </a:solidFill>
          <a:prstDash val="solid"/>
        </a:ln>
        <a:ln w="15875" cap="rnd" cmpd="sng" algn="ctr">
          <a:solidFill>
            <a:schemeClr val="phClr">
              <a:hueMod val="94000"/>
            </a:schemeClr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46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1000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lin ang="6120000" scaled="1"/>
        </a:gradFill>
        <a:gradFill rotWithShape="1">
          <a:gsLst>
            <a:gs pos="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path path="circle">
            <a:fillToRect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ice" id="{0507925B-6AC9-4358-8E18-C330545D08F8}" vid="{13FEC7C6-62A9-40C4-99D2-581AACACAA2F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Slice</Template>
  <TotalTime>0</TotalTime>
  <Words>202</Words>
  <Application>Microsoft Office PowerPoint</Application>
  <PresentationFormat>Grand écran</PresentationFormat>
  <Paragraphs>91</Paragraphs>
  <Slides>23</Slides>
  <Notes>5</Notes>
  <HiddenSlides>0</HiddenSlides>
  <MMClips>0</MMClips>
  <ScaleCrop>false</ScaleCrop>
  <HeadingPairs>
    <vt:vector size="6" baseType="variant">
      <vt:variant>
        <vt:lpstr>Polices utilisées</vt:lpstr>
      </vt:variant>
      <vt:variant>
        <vt:i4>9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23</vt:i4>
      </vt:variant>
    </vt:vector>
  </HeadingPairs>
  <TitlesOfParts>
    <vt:vector size="33" baseType="lpstr">
      <vt:lpstr>Algerian</vt:lpstr>
      <vt:lpstr>Brush Script MT</vt:lpstr>
      <vt:lpstr>Calibri</vt:lpstr>
      <vt:lpstr>Century Gothic</vt:lpstr>
      <vt:lpstr>Matura MT Script Capitals</vt:lpstr>
      <vt:lpstr>Pristina</vt:lpstr>
      <vt:lpstr>Snap ITC</vt:lpstr>
      <vt:lpstr>Symbol</vt:lpstr>
      <vt:lpstr>Wingdings 3</vt:lpstr>
      <vt:lpstr>Secteur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Vatea RAINAUD</dc:creator>
  <cp:lastModifiedBy>Vatea RAINAUD</cp:lastModifiedBy>
  <cp:revision>2</cp:revision>
  <dcterms:created xsi:type="dcterms:W3CDTF">2025-11-22T18:39:34Z</dcterms:created>
  <dcterms:modified xsi:type="dcterms:W3CDTF">2025-11-25T23:07:53Z</dcterms:modified>
</cp:coreProperties>
</file>