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987" autoAdjust="0"/>
  </p:normalViewPr>
  <p:slideViewPr>
    <p:cSldViewPr snapToGrid="0">
      <p:cViewPr>
        <p:scale>
          <a:sx n="66" d="100"/>
          <a:sy n="66" d="100"/>
        </p:scale>
        <p:origin x="133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11/22/2025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‹N°›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8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D9070D2D-A642-2437-90C0-D881907A07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882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52F8DE68-5858-D907-E47D-713C2D3AAAA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7" name="Cercle : creux 16">
            <a:extLst>
              <a:ext uri="{FF2B5EF4-FFF2-40B4-BE49-F238E27FC236}">
                <a16:creationId xmlns:a16="http://schemas.microsoft.com/office/drawing/2014/main" id="{5F34680B-F749-A037-41A8-8ED649F505A7}"/>
              </a:ext>
            </a:extLst>
          </p:cNvPr>
          <p:cNvSpPr/>
          <p:nvPr/>
        </p:nvSpPr>
        <p:spPr>
          <a:xfrm>
            <a:off x="-1985463" y="-4204504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8" name="Arc plein 17">
            <a:extLst>
              <a:ext uri="{FF2B5EF4-FFF2-40B4-BE49-F238E27FC236}">
                <a16:creationId xmlns:a16="http://schemas.microsoft.com/office/drawing/2014/main" id="{58C9FE3F-AB3A-6F59-188D-9A1A9BEEE40A}"/>
              </a:ext>
            </a:extLst>
          </p:cNvPr>
          <p:cNvSpPr/>
          <p:nvPr/>
        </p:nvSpPr>
        <p:spPr>
          <a:xfrm rot="13571482">
            <a:off x="-1985463" y="-4204504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19" name="Graphique 18" descr="Livres sur une étagère avec un remplissage uni">
            <a:extLst>
              <a:ext uri="{FF2B5EF4-FFF2-40B4-BE49-F238E27FC236}">
                <a16:creationId xmlns:a16="http://schemas.microsoft.com/office/drawing/2014/main" id="{223E74F6-F532-FADB-E9CD-3AB1930769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1484" y="-1360150"/>
            <a:ext cx="914400" cy="914400"/>
          </a:xfrm>
          <a:prstGeom prst="rect">
            <a:avLst/>
          </a:prstGeom>
        </p:spPr>
      </p:pic>
      <p:pic>
        <p:nvPicPr>
          <p:cNvPr id="20" name="Graphique 19" descr="Informatique hébergé avec un remplissage uni">
            <a:extLst>
              <a:ext uri="{FF2B5EF4-FFF2-40B4-BE49-F238E27FC236}">
                <a16:creationId xmlns:a16="http://schemas.microsoft.com/office/drawing/2014/main" id="{781F90E0-40DB-C587-BBA9-CC8D71970F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72848" y="-2242595"/>
            <a:ext cx="914400" cy="914400"/>
          </a:xfrm>
          <a:prstGeom prst="rect">
            <a:avLst/>
          </a:prstGeom>
        </p:spPr>
      </p:pic>
      <p:pic>
        <p:nvPicPr>
          <p:cNvPr id="21" name="Graphique 20" descr="Ordinateur avec un remplissage uni">
            <a:extLst>
              <a:ext uri="{FF2B5EF4-FFF2-40B4-BE49-F238E27FC236}">
                <a16:creationId xmlns:a16="http://schemas.microsoft.com/office/drawing/2014/main" id="{C3EA2E19-DD89-9FD1-7A00-3BC9349EF3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128" y="-4086099"/>
            <a:ext cx="914400" cy="914400"/>
          </a:xfrm>
          <a:prstGeom prst="rect">
            <a:avLst/>
          </a:prstGeom>
        </p:spPr>
      </p:pic>
      <p:pic>
        <p:nvPicPr>
          <p:cNvPr id="22" name="Graphique 21" descr="Enveloppe avec un remplissage uni">
            <a:extLst>
              <a:ext uri="{FF2B5EF4-FFF2-40B4-BE49-F238E27FC236}">
                <a16:creationId xmlns:a16="http://schemas.microsoft.com/office/drawing/2014/main" id="{5DA4C6A9-D766-6340-1E7F-4EF13B06A88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0528" y="-331390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5145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9AC3A-2367-CA96-58B0-6A9ABF5CD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E0D8910-6E8A-D713-82CF-85E4C6D51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37C1BC4A-D86F-9D82-09D7-EA864346D634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BFD21579-DE44-FC97-EAB1-E59F78B22D64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61C6385F-0730-1F0A-67E8-2917061AEAA3}"/>
              </a:ext>
            </a:extLst>
          </p:cNvPr>
          <p:cNvSpPr/>
          <p:nvPr/>
        </p:nvSpPr>
        <p:spPr>
          <a:xfrm rot="13571482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95D3AAAA-20A4-61C9-8C67-F6CFB4A2A3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0356E844-7AC4-61F3-D23C-9EECC1B689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809EF83D-E364-EDF6-077E-6B01CFD4E0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ABCD4085-A407-FC46-D1A7-6F715E51246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4859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D85DD-7FC9-B8EB-9905-6DFC63974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864CA9E3-2934-7922-7389-4A1D60FD7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F9B2A93-91F9-E2ED-09FE-377F6A7810E7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C821EA32-CB07-C9A8-85F0-AF727BEC7709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D15833EC-DA13-DA3F-C077-B2855BAF2534}"/>
              </a:ext>
            </a:extLst>
          </p:cNvPr>
          <p:cNvSpPr/>
          <p:nvPr/>
        </p:nvSpPr>
        <p:spPr>
          <a:xfrm rot="18650359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E006DB83-EEB3-3F6D-DF71-341F68EE96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CDEF4FBC-170F-7F3C-EE86-248680AFBB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A54F9A42-2FC2-CB60-ED3F-DEED9A7CC7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1D2BD955-EEB2-2537-9BBC-0BE723501B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1CC6193C-2896-001D-9F09-74E27F07DA0D}"/>
              </a:ext>
            </a:extLst>
          </p:cNvPr>
          <p:cNvSpPr txBox="1"/>
          <p:nvPr/>
        </p:nvSpPr>
        <p:spPr>
          <a:xfrm>
            <a:off x="2893671" y="230436"/>
            <a:ext cx="69795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/>
              <a:t>Page d’accueil</a:t>
            </a:r>
          </a:p>
        </p:txBody>
      </p:sp>
    </p:spTree>
    <p:extLst>
      <p:ext uri="{BB962C8B-B14F-4D97-AF65-F5344CB8AC3E}">
        <p14:creationId xmlns:p14="http://schemas.microsoft.com/office/powerpoint/2010/main" val="5309021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9A7F6-203C-3489-A9B5-98863AEF8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FD4CE249-ED48-147C-1FEB-D5F1C155D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3C399E86-FBA5-358C-278D-9BBD9997F8CC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06B1C812-0B10-D119-74C9-AE969E5D911E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ECF037C8-7F03-4E67-6B88-C905799D0140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CE0D418D-FCCA-523F-F6C2-7283FA1502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7AF2A896-6B3C-92B1-9268-68F4EC200B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C9759EF2-442D-F0AD-C200-20E9D9AD84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93895F80-DDBB-7027-3E78-5B47B30F63C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1C5ED136-E6B2-B7A4-EFD4-12DAE7AFB613}"/>
              </a:ext>
            </a:extLst>
          </p:cNvPr>
          <p:cNvSpPr txBox="1"/>
          <p:nvPr/>
        </p:nvSpPr>
        <p:spPr>
          <a:xfrm>
            <a:off x="2334228" y="253585"/>
            <a:ext cx="75235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/>
              <a:t>Connexion et inscription</a:t>
            </a:r>
          </a:p>
        </p:txBody>
      </p:sp>
    </p:spTree>
    <p:extLst>
      <p:ext uri="{BB962C8B-B14F-4D97-AF65-F5344CB8AC3E}">
        <p14:creationId xmlns:p14="http://schemas.microsoft.com/office/powerpoint/2010/main" val="22632700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107B9-527D-C28D-C124-029A3EC9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55810AE-C311-8E3A-7516-13542F24D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716AEBB1-21F3-4BF7-39E1-5DD1B999E555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32719C84-65E8-D761-EE58-7120EC84857C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87A2D418-E457-E027-D2A1-853576818DAE}"/>
              </a:ext>
            </a:extLst>
          </p:cNvPr>
          <p:cNvSpPr/>
          <p:nvPr/>
        </p:nvSpPr>
        <p:spPr>
          <a:xfrm rot="2480724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37AD7498-DE36-1B4E-9870-C80054175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5AF3E209-91CB-08E1-CB20-556D431B11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19892210-87C4-C915-86B3-8C91B40013E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2C4513A5-E4D3-1F67-C56A-34498513801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0B54167E-DB81-5041-12A7-9E07FDA8B93E}"/>
              </a:ext>
            </a:extLst>
          </p:cNvPr>
          <p:cNvSpPr txBox="1"/>
          <p:nvPr/>
        </p:nvSpPr>
        <p:spPr>
          <a:xfrm>
            <a:off x="3599726" y="221646"/>
            <a:ext cx="49925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/>
              <a:t>Serveur Apache</a:t>
            </a:r>
          </a:p>
        </p:txBody>
      </p:sp>
    </p:spTree>
    <p:extLst>
      <p:ext uri="{BB962C8B-B14F-4D97-AF65-F5344CB8AC3E}">
        <p14:creationId xmlns:p14="http://schemas.microsoft.com/office/powerpoint/2010/main" val="38665726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D514C-8F4B-16B2-D014-8BF9A1F84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6292616F-DC54-C336-E97E-7B86029CB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FA7011B3-1D72-435D-5568-7072289C1BBE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1C8E8E68-74E4-BB3E-458A-07D6544EA4D1}"/>
              </a:ext>
            </a:extLst>
          </p:cNvPr>
          <p:cNvSpPr/>
          <p:nvPr/>
        </p:nvSpPr>
        <p:spPr>
          <a:xfrm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6" name="Arc plein 15">
            <a:extLst>
              <a:ext uri="{FF2B5EF4-FFF2-40B4-BE49-F238E27FC236}">
                <a16:creationId xmlns:a16="http://schemas.microsoft.com/office/drawing/2014/main" id="{D6D34B98-5454-3DA7-59AA-177A1C25B6A9}"/>
              </a:ext>
            </a:extLst>
          </p:cNvPr>
          <p:cNvSpPr/>
          <p:nvPr/>
        </p:nvSpPr>
        <p:spPr>
          <a:xfrm rot="5246405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09CF293C-D1B2-BC03-EA5A-FC7FB756F8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14" y="431144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708D595E-1F7F-AB21-EB3C-283500DBD7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61678" y="34290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0A3609E8-C25A-B3BC-E49E-320B9E9ADD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958" y="1585496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7863BBBC-6980-CA84-D1D1-4CB2CE36556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29358" y="2357688"/>
            <a:ext cx="914400" cy="914400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DE806D73-6D7E-3F02-7ECC-CEC9324D70C6}"/>
              </a:ext>
            </a:extLst>
          </p:cNvPr>
          <p:cNvSpPr txBox="1"/>
          <p:nvPr/>
        </p:nvSpPr>
        <p:spPr>
          <a:xfrm>
            <a:off x="3416460" y="129048"/>
            <a:ext cx="53590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/>
              <a:t>Base de données</a:t>
            </a:r>
          </a:p>
        </p:txBody>
      </p:sp>
      <p:pic>
        <p:nvPicPr>
          <p:cNvPr id="6" name="Graphique 5" descr="Personne confuse avec un remplissage uni">
            <a:extLst>
              <a:ext uri="{FF2B5EF4-FFF2-40B4-BE49-F238E27FC236}">
                <a16:creationId xmlns:a16="http://schemas.microsoft.com/office/drawing/2014/main" id="{BABCDB57-B567-6F32-6D83-9AD6F91E118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0800000">
            <a:off x="-1965768" y="29283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3611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A721A-9BBB-D052-CF99-D883F3E37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00F2A76D-0C89-9C75-477F-60354D252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9" y="7740445"/>
            <a:ext cx="12180831" cy="5093110"/>
          </a:xfrm>
          <a:prstGeom prst="rect">
            <a:avLst/>
          </a:prstGeom>
        </p:spPr>
      </p:pic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5884A06F-3698-AB95-E3C3-D947467DAD64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6619351" y="2948881"/>
                </a:moveTo>
                <a:cubicBezTo>
                  <a:pt x="6697486" y="2982367"/>
                  <a:pt x="6754785" y="3019946"/>
                  <a:pt x="6791248" y="3061618"/>
                </a:cubicBezTo>
                <a:cubicBezTo>
                  <a:pt x="6827711" y="3103290"/>
                  <a:pt x="6845942" y="3151659"/>
                  <a:pt x="6845942" y="3206726"/>
                </a:cubicBezTo>
                <a:cubicBezTo>
                  <a:pt x="6845942" y="3251374"/>
                  <a:pt x="6833850" y="3291186"/>
                  <a:pt x="6809665" y="3326160"/>
                </a:cubicBezTo>
                <a:cubicBezTo>
                  <a:pt x="6785481" y="3361135"/>
                  <a:pt x="6757761" y="3378622"/>
                  <a:pt x="6726507" y="3378622"/>
                </a:cubicBezTo>
                <a:cubicBezTo>
                  <a:pt x="6704183" y="3378622"/>
                  <a:pt x="6679627" y="3374715"/>
                  <a:pt x="6652838" y="3366902"/>
                </a:cubicBezTo>
                <a:cubicBezTo>
                  <a:pt x="6626048" y="3359088"/>
                  <a:pt x="6600376" y="3348484"/>
                  <a:pt x="6575819" y="3335090"/>
                </a:cubicBezTo>
                <a:close/>
                <a:moveTo>
                  <a:pt x="8774828" y="2877443"/>
                </a:moveTo>
                <a:lnTo>
                  <a:pt x="8929982" y="3322811"/>
                </a:lnTo>
                <a:lnTo>
                  <a:pt x="8624140" y="3426619"/>
                </a:lnTo>
                <a:close/>
                <a:moveTo>
                  <a:pt x="7020071" y="2569369"/>
                </a:moveTo>
                <a:cubicBezTo>
                  <a:pt x="6983608" y="2569369"/>
                  <a:pt x="6941936" y="2571043"/>
                  <a:pt x="6895055" y="2574392"/>
                </a:cubicBezTo>
                <a:cubicBezTo>
                  <a:pt x="6848174" y="2577741"/>
                  <a:pt x="6791992" y="2583508"/>
                  <a:pt x="6726507" y="2591693"/>
                </a:cubicBezTo>
                <a:lnTo>
                  <a:pt x="5869257" y="2689920"/>
                </a:lnTo>
                <a:lnTo>
                  <a:pt x="6221980" y="2842841"/>
                </a:lnTo>
                <a:lnTo>
                  <a:pt x="6059013" y="4063975"/>
                </a:lnTo>
                <a:lnTo>
                  <a:pt x="5901627" y="4175596"/>
                </a:lnTo>
                <a:lnTo>
                  <a:pt x="6845942" y="4281636"/>
                </a:lnTo>
                <a:lnTo>
                  <a:pt x="6594795" y="4059511"/>
                </a:lnTo>
                <a:lnTo>
                  <a:pt x="6562424" y="3662139"/>
                </a:lnTo>
                <a:cubicBezTo>
                  <a:pt x="6581772" y="3665860"/>
                  <a:pt x="6600562" y="3669395"/>
                  <a:pt x="6618793" y="3672743"/>
                </a:cubicBezTo>
                <a:cubicBezTo>
                  <a:pt x="6637025" y="3676092"/>
                  <a:pt x="6654698" y="3678511"/>
                  <a:pt x="6671813" y="3679999"/>
                </a:cubicBezTo>
                <a:lnTo>
                  <a:pt x="7094857" y="4194572"/>
                </a:lnTo>
                <a:lnTo>
                  <a:pt x="7005560" y="4363120"/>
                </a:lnTo>
                <a:lnTo>
                  <a:pt x="7753421" y="4111972"/>
                </a:lnTo>
                <a:lnTo>
                  <a:pt x="7116065" y="3677766"/>
                </a:lnTo>
                <a:cubicBezTo>
                  <a:pt x="7312518" y="3642048"/>
                  <a:pt x="7460602" y="3577121"/>
                  <a:pt x="7560317" y="3482988"/>
                </a:cubicBezTo>
                <a:cubicBezTo>
                  <a:pt x="7660032" y="3388854"/>
                  <a:pt x="7709889" y="3267001"/>
                  <a:pt x="7709889" y="3117429"/>
                </a:cubicBezTo>
                <a:cubicBezTo>
                  <a:pt x="7709889" y="2937346"/>
                  <a:pt x="7651474" y="2800983"/>
                  <a:pt x="7534644" y="2708337"/>
                </a:cubicBezTo>
                <a:cubicBezTo>
                  <a:pt x="7417814" y="2615692"/>
                  <a:pt x="7246289" y="2569369"/>
                  <a:pt x="7020071" y="2569369"/>
                </a:cubicBezTo>
                <a:close/>
                <a:moveTo>
                  <a:pt x="8074964" y="2548161"/>
                </a:moveTo>
                <a:lnTo>
                  <a:pt x="8269185" y="2674293"/>
                </a:lnTo>
                <a:lnTo>
                  <a:pt x="7926508" y="4007049"/>
                </a:lnTo>
                <a:lnTo>
                  <a:pt x="7668664" y="4199037"/>
                </a:lnTo>
                <a:lnTo>
                  <a:pt x="8726832" y="4123135"/>
                </a:lnTo>
                <a:lnTo>
                  <a:pt x="8569446" y="4000351"/>
                </a:lnTo>
                <a:lnTo>
                  <a:pt x="8674370" y="3712369"/>
                </a:lnTo>
                <a:lnTo>
                  <a:pt x="9036022" y="3684464"/>
                </a:lnTo>
                <a:lnTo>
                  <a:pt x="9106343" y="3931146"/>
                </a:lnTo>
                <a:lnTo>
                  <a:pt x="8857428" y="4264893"/>
                </a:lnTo>
                <a:lnTo>
                  <a:pt x="9830764" y="3963516"/>
                </a:lnTo>
                <a:lnTo>
                  <a:pt x="9618684" y="3899892"/>
                </a:lnTo>
                <a:lnTo>
                  <a:pt x="9081786" y="2701082"/>
                </a:lnTo>
                <a:lnTo>
                  <a:pt x="9387628" y="2591693"/>
                </a:lnTo>
                <a:close/>
                <a:moveTo>
                  <a:pt x="3932036" y="2539231"/>
                </a:moveTo>
                <a:lnTo>
                  <a:pt x="2235396" y="2698849"/>
                </a:lnTo>
                <a:lnTo>
                  <a:pt x="2624953" y="2884140"/>
                </a:lnTo>
                <a:lnTo>
                  <a:pt x="2487660" y="4002584"/>
                </a:lnTo>
                <a:lnTo>
                  <a:pt x="2235396" y="4168899"/>
                </a:lnTo>
                <a:lnTo>
                  <a:pt x="3563686" y="4262661"/>
                </a:lnTo>
                <a:lnTo>
                  <a:pt x="3338212" y="4114205"/>
                </a:lnTo>
                <a:lnTo>
                  <a:pt x="3212081" y="3620840"/>
                </a:lnTo>
                <a:lnTo>
                  <a:pt x="3611684" y="3643164"/>
                </a:lnTo>
                <a:lnTo>
                  <a:pt x="3849437" y="3972446"/>
                </a:lnTo>
                <a:lnTo>
                  <a:pt x="3637357" y="3037061"/>
                </a:lnTo>
                <a:lnTo>
                  <a:pt x="3517922" y="3204493"/>
                </a:lnTo>
                <a:lnTo>
                  <a:pt x="3234404" y="3326160"/>
                </a:lnTo>
                <a:lnTo>
                  <a:pt x="3155153" y="2960043"/>
                </a:lnTo>
                <a:lnTo>
                  <a:pt x="3818183" y="2914278"/>
                </a:lnTo>
                <a:lnTo>
                  <a:pt x="4073795" y="3350717"/>
                </a:lnTo>
                <a:lnTo>
                  <a:pt x="3956165" y="2677353"/>
                </a:lnTo>
                <a:lnTo>
                  <a:pt x="4225079" y="2781449"/>
                </a:lnTo>
                <a:lnTo>
                  <a:pt x="4396976" y="4007049"/>
                </a:lnTo>
                <a:lnTo>
                  <a:pt x="3913656" y="4175596"/>
                </a:lnTo>
                <a:lnTo>
                  <a:pt x="5752055" y="4255964"/>
                </a:lnTo>
                <a:lnTo>
                  <a:pt x="5852514" y="3518148"/>
                </a:lnTo>
                <a:lnTo>
                  <a:pt x="5555602" y="3922217"/>
                </a:lnTo>
                <a:lnTo>
                  <a:pt x="4914897" y="3841849"/>
                </a:lnTo>
                <a:lnTo>
                  <a:pt x="5049959" y="3479081"/>
                </a:lnTo>
                <a:lnTo>
                  <a:pt x="5390403" y="3524846"/>
                </a:lnTo>
                <a:lnTo>
                  <a:pt x="5512070" y="3716834"/>
                </a:lnTo>
                <a:lnTo>
                  <a:pt x="5468538" y="2944416"/>
                </a:lnTo>
                <a:lnTo>
                  <a:pt x="5354684" y="3119661"/>
                </a:lnTo>
                <a:lnTo>
                  <a:pt x="4970708" y="3208958"/>
                </a:lnTo>
                <a:lnTo>
                  <a:pt x="5052192" y="2868514"/>
                </a:lnTo>
                <a:lnTo>
                  <a:pt x="5590205" y="2866281"/>
                </a:lnTo>
                <a:lnTo>
                  <a:pt x="5772147" y="3053805"/>
                </a:lnTo>
                <a:lnTo>
                  <a:pt x="5662758" y="2541464"/>
                </a:lnTo>
                <a:lnTo>
                  <a:pt x="3952823" y="265822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115CCA1-35D9-862F-8D22-6B505A6A707C}"/>
              </a:ext>
            </a:extLst>
          </p:cNvPr>
          <p:cNvSpPr txBox="1"/>
          <p:nvPr/>
        </p:nvSpPr>
        <p:spPr>
          <a:xfrm>
            <a:off x="5113115" y="29497"/>
            <a:ext cx="1965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800" dirty="0"/>
              <a:t>Merci</a:t>
            </a:r>
          </a:p>
        </p:txBody>
      </p:sp>
      <p:sp>
        <p:nvSpPr>
          <p:cNvPr id="14" name="Cercle : creux 13">
            <a:extLst>
              <a:ext uri="{FF2B5EF4-FFF2-40B4-BE49-F238E27FC236}">
                <a16:creationId xmlns:a16="http://schemas.microsoft.com/office/drawing/2014/main" id="{748F675C-D9EC-12BA-A82C-06325CF0A217}"/>
              </a:ext>
            </a:extLst>
          </p:cNvPr>
          <p:cNvSpPr/>
          <p:nvPr/>
        </p:nvSpPr>
        <p:spPr>
          <a:xfrm rot="10800000">
            <a:off x="-1996633" y="1467091"/>
            <a:ext cx="3993265" cy="3923818"/>
          </a:xfrm>
          <a:prstGeom prst="donut">
            <a:avLst/>
          </a:prstGeom>
          <a:gradFill flip="none" rotWithShape="1">
            <a:gsLst>
              <a:gs pos="0">
                <a:srgbClr val="7030A0">
                  <a:shade val="30000"/>
                  <a:satMod val="115000"/>
                </a:srgbClr>
              </a:gs>
              <a:gs pos="50000">
                <a:srgbClr val="7030A0">
                  <a:shade val="67500"/>
                  <a:satMod val="115000"/>
                </a:srgbClr>
              </a:gs>
              <a:gs pos="100000">
                <a:srgbClr val="7030A0">
                  <a:shade val="100000"/>
                  <a:satMod val="1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Graphique 2" descr="Livres sur une étagère avec un remplissage uni">
            <a:extLst>
              <a:ext uri="{FF2B5EF4-FFF2-40B4-BE49-F238E27FC236}">
                <a16:creationId xmlns:a16="http://schemas.microsoft.com/office/drawing/2014/main" id="{0E424B50-B67B-2FF8-F245-4331AAD43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-1074715" y="1632155"/>
            <a:ext cx="914400" cy="914400"/>
          </a:xfrm>
          <a:prstGeom prst="rect">
            <a:avLst/>
          </a:prstGeom>
        </p:spPr>
      </p:pic>
      <p:pic>
        <p:nvPicPr>
          <p:cNvPr id="5" name="Graphique 4" descr="Informatique hébergé avec un remplissage uni">
            <a:extLst>
              <a:ext uri="{FF2B5EF4-FFF2-40B4-BE49-F238E27FC236}">
                <a16:creationId xmlns:a16="http://schemas.microsoft.com/office/drawing/2014/main" id="{491B6968-6E44-A084-6CDE-942136968E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0800000">
            <a:off x="-1876079" y="2514600"/>
            <a:ext cx="914400" cy="914400"/>
          </a:xfrm>
          <a:prstGeom prst="rect">
            <a:avLst/>
          </a:prstGeom>
        </p:spPr>
      </p:pic>
      <p:pic>
        <p:nvPicPr>
          <p:cNvPr id="7" name="Graphique 6" descr="Ordinateur avec un remplissage uni">
            <a:extLst>
              <a:ext uri="{FF2B5EF4-FFF2-40B4-BE49-F238E27FC236}">
                <a16:creationId xmlns:a16="http://schemas.microsoft.com/office/drawing/2014/main" id="{7673EC41-6609-FE70-E929-3688216FF5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0800000">
            <a:off x="-929359" y="4358104"/>
            <a:ext cx="914400" cy="914400"/>
          </a:xfrm>
          <a:prstGeom prst="rect">
            <a:avLst/>
          </a:prstGeom>
        </p:spPr>
      </p:pic>
      <p:pic>
        <p:nvPicPr>
          <p:cNvPr id="10" name="Graphique 9" descr="Enveloppe avec un remplissage uni">
            <a:extLst>
              <a:ext uri="{FF2B5EF4-FFF2-40B4-BE49-F238E27FC236}">
                <a16:creationId xmlns:a16="http://schemas.microsoft.com/office/drawing/2014/main" id="{2E473E79-324E-DC67-68FA-D9A52D0F78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0800000">
            <a:off x="-1843759" y="3585912"/>
            <a:ext cx="914400" cy="914400"/>
          </a:xfrm>
          <a:prstGeom prst="rect">
            <a:avLst/>
          </a:prstGeom>
        </p:spPr>
      </p:pic>
      <p:sp>
        <p:nvSpPr>
          <p:cNvPr id="16" name="Arc plein 15">
            <a:extLst>
              <a:ext uri="{FF2B5EF4-FFF2-40B4-BE49-F238E27FC236}">
                <a16:creationId xmlns:a16="http://schemas.microsoft.com/office/drawing/2014/main" id="{02B8F96F-FD51-BE76-6FED-6D5B35B1DB5A}"/>
              </a:ext>
            </a:extLst>
          </p:cNvPr>
          <p:cNvSpPr/>
          <p:nvPr/>
        </p:nvSpPr>
        <p:spPr>
          <a:xfrm rot="1324638">
            <a:off x="-1996633" y="1467091"/>
            <a:ext cx="3993265" cy="3923818"/>
          </a:xfrm>
          <a:prstGeom prst="blockArc">
            <a:avLst>
              <a:gd name="adj1" fmla="val 18889740"/>
              <a:gd name="adj2" fmla="val 0"/>
              <a:gd name="adj3" fmla="val 25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pic>
        <p:nvPicPr>
          <p:cNvPr id="6" name="Graphique 5" descr="Personne confuse avec un remplissage uni">
            <a:extLst>
              <a:ext uri="{FF2B5EF4-FFF2-40B4-BE49-F238E27FC236}">
                <a16:creationId xmlns:a16="http://schemas.microsoft.com/office/drawing/2014/main" id="{3174C681-7805-4B03-0B99-1357EBA31E4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1367" y="301520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2148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ecteur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11</Words>
  <Application>Microsoft Office PowerPoint</Application>
  <PresentationFormat>Grand écran</PresentationFormat>
  <Paragraphs>5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Century Gothic</vt:lpstr>
      <vt:lpstr>Wingdings 3</vt:lpstr>
      <vt:lpstr>Secteur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Vatea RAINAUD</dc:creator>
  <cp:lastModifiedBy>Vatea RAINAUD</cp:lastModifiedBy>
  <cp:revision>1</cp:revision>
  <dcterms:created xsi:type="dcterms:W3CDTF">2025-11-22T18:39:34Z</dcterms:created>
  <dcterms:modified xsi:type="dcterms:W3CDTF">2025-11-22T19:29:08Z</dcterms:modified>
</cp:coreProperties>
</file>